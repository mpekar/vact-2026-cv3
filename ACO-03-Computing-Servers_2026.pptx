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77.xml" ContentType="application/vnd.openxmlformats-officedocument.presentationml.tags+xml"/>
  <Override PartName="/ppt/notesSlides/notesSlide1.xml" ContentType="application/vnd.openxmlformats-officedocument.presentationml.notesSlide+xml"/>
  <Override PartName="/ppt/tags/tag78.xml" ContentType="application/vnd.openxmlformats-officedocument.presentationml.tags+xml"/>
  <Override PartName="/ppt/notesSlides/notesSlide2.xml" ContentType="application/vnd.openxmlformats-officedocument.presentationml.notesSlide+xml"/>
  <Override PartName="/ppt/tags/tag79.xml" ContentType="application/vnd.openxmlformats-officedocument.presentationml.tags+xml"/>
  <Override PartName="/ppt/notesSlides/notesSlide3.xml" ContentType="application/vnd.openxmlformats-officedocument.presentationml.notesSlide+xml"/>
  <Override PartName="/ppt/tags/tag80.xml" ContentType="application/vnd.openxmlformats-officedocument.presentationml.tags+xml"/>
  <Override PartName="/ppt/notesSlides/notesSlide4.xml" ContentType="application/vnd.openxmlformats-officedocument.presentationml.notesSlide+xml"/>
  <Override PartName="/ppt/tags/tag81.xml" ContentType="application/vnd.openxmlformats-officedocument.presentationml.tags+xml"/>
  <Override PartName="/ppt/notesSlides/notesSlide5.xml" ContentType="application/vnd.openxmlformats-officedocument.presentationml.notesSlide+xml"/>
  <Override PartName="/ppt/tags/tag82.xml" ContentType="application/vnd.openxmlformats-officedocument.presentationml.tags+xml"/>
  <Override PartName="/ppt/notesSlides/notesSlide6.xml" ContentType="application/vnd.openxmlformats-officedocument.presentationml.notesSlide+xml"/>
  <Override PartName="/ppt/tags/tag83.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4.xml" ContentType="application/vnd.openxmlformats-officedocument.presentationml.tags+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85.xml" ContentType="application/vnd.openxmlformats-officedocument.presentationml.tags+xml"/>
  <Override PartName="/ppt/notesSlides/notesSlide9.xml" ContentType="application/vnd.openxmlformats-officedocument.presentationml.notesSlide+xml"/>
  <Override PartName="/ppt/tags/tag86.xml" ContentType="application/vnd.openxmlformats-officedocument.presentationml.tags+xml"/>
  <Override PartName="/ppt/notesSlides/notesSlide10.xml" ContentType="application/vnd.openxmlformats-officedocument.presentationml.notesSlide+xml"/>
  <Override PartName="/ppt/tags/tag87.xml" ContentType="application/vnd.openxmlformats-officedocument.presentationml.tags+xml"/>
  <Override PartName="/ppt/notesSlides/notesSlide11.xml" ContentType="application/vnd.openxmlformats-officedocument.presentationml.notesSlide+xml"/>
  <Override PartName="/ppt/tags/tag88.xml" ContentType="application/vnd.openxmlformats-officedocument.presentationml.tags+xml"/>
  <Override PartName="/ppt/notesSlides/notesSlide12.xml" ContentType="application/vnd.openxmlformats-officedocument.presentationml.notesSlide+xml"/>
  <Override PartName="/ppt/tags/tag89.xml" ContentType="application/vnd.openxmlformats-officedocument.presentationml.tags+xml"/>
  <Override PartName="/ppt/notesSlides/notesSlide13.xml" ContentType="application/vnd.openxmlformats-officedocument.presentationml.notesSlide+xml"/>
  <Override PartName="/ppt/tags/tag90.xml" ContentType="application/vnd.openxmlformats-officedocument.presentationml.tags+xml"/>
  <Override PartName="/ppt/notesSlides/notesSlide14.xml" ContentType="application/vnd.openxmlformats-officedocument.presentationml.notesSlide+xml"/>
  <Override PartName="/ppt/tags/tag91.xml" ContentType="application/vnd.openxmlformats-officedocument.presentationml.tags+xml"/>
  <Override PartName="/ppt/notesSlides/notesSlide15.xml" ContentType="application/vnd.openxmlformats-officedocument.presentationml.notesSlide+xml"/>
  <Override PartName="/ppt/tags/tag92.xml" ContentType="application/vnd.openxmlformats-officedocument.presentationml.tags+xml"/>
  <Override PartName="/ppt/notesSlides/notesSlide16.xml" ContentType="application/vnd.openxmlformats-officedocument.presentationml.notesSlide+xml"/>
  <Override PartName="/ppt/tags/tag93.xml" ContentType="application/vnd.openxmlformats-officedocument.presentationml.tags+xml"/>
  <Override PartName="/ppt/notesSlides/notesSlide17.xml" ContentType="application/vnd.openxmlformats-officedocument.presentationml.notesSlide+xml"/>
  <Override PartName="/ppt/tags/tag94.xml" ContentType="application/vnd.openxmlformats-officedocument.presentationml.tags+xml"/>
  <Override PartName="/ppt/notesSlides/notesSlide18.xml" ContentType="application/vnd.openxmlformats-officedocument.presentationml.notesSlide+xml"/>
  <Override PartName="/ppt/tags/tag95.xml" ContentType="application/vnd.openxmlformats-officedocument.presentationml.tags+xml"/>
  <Override PartName="/ppt/notesSlides/notesSlide19.xml" ContentType="application/vnd.openxmlformats-officedocument.presentationml.notesSlide+xml"/>
  <Override PartName="/ppt/tags/tag96.xml" ContentType="application/vnd.openxmlformats-officedocument.presentationml.tags+xml"/>
  <Override PartName="/ppt/notesSlides/notesSlide20.xml" ContentType="application/vnd.openxmlformats-officedocument.presentationml.notesSlide+xml"/>
  <Override PartName="/ppt/tags/tag97.xml" ContentType="application/vnd.openxmlformats-officedocument.presentationml.tags+xml"/>
  <Override PartName="/ppt/notesSlides/notesSlide21.xml" ContentType="application/vnd.openxmlformats-officedocument.presentationml.notesSlide+xml"/>
  <Override PartName="/ppt/tags/tag98.xml" ContentType="application/vnd.openxmlformats-officedocument.presentationml.tags+xml"/>
  <Override PartName="/ppt/notesSlides/notesSlide22.xml" ContentType="application/vnd.openxmlformats-officedocument.presentationml.notesSlide+xml"/>
  <Override PartName="/ppt/tags/tag99.xml" ContentType="application/vnd.openxmlformats-officedocument.presentationml.tags+xml"/>
  <Override PartName="/ppt/notesSlides/notesSlide23.xml" ContentType="application/vnd.openxmlformats-officedocument.presentationml.notesSlide+xml"/>
  <Override PartName="/ppt/tags/tag100.xml" ContentType="application/vnd.openxmlformats-officedocument.presentationml.tags+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01.xml" ContentType="application/vnd.openxmlformats-officedocument.presentationml.tags+xml"/>
  <Override PartName="/ppt/notesSlides/notesSlide25.xml" ContentType="application/vnd.openxmlformats-officedocument.presentationml.notesSlide+xml"/>
  <Override PartName="/ppt/tags/tag102.xml" ContentType="application/vnd.openxmlformats-officedocument.presentationml.tags+xml"/>
  <Override PartName="/ppt/notesSlides/notesSlide26.xml" ContentType="application/vnd.openxmlformats-officedocument.presentationml.notesSlide+xml"/>
  <Override PartName="/ppt/tags/tag103.xml" ContentType="application/vnd.openxmlformats-officedocument.presentationml.tags+xml"/>
  <Override PartName="/ppt/notesSlides/notesSlide27.xml" ContentType="application/vnd.openxmlformats-officedocument.presentationml.notesSlide+xml"/>
  <Override PartName="/ppt/tags/tag104.xml" ContentType="application/vnd.openxmlformats-officedocument.presentationml.tags+xml"/>
  <Override PartName="/ppt/notesSlides/notesSlide28.xml" ContentType="application/vnd.openxmlformats-officedocument.presentationml.notesSlide+xml"/>
  <Override PartName="/ppt/tags/tag105.xml" ContentType="application/vnd.openxmlformats-officedocument.presentationml.tags+xml"/>
  <Override PartName="/ppt/notesSlides/notesSlide2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106.xml" ContentType="application/vnd.openxmlformats-officedocument.presentationml.tags+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07.xml" ContentType="application/vnd.openxmlformats-officedocument.presentationml.tags+xml"/>
  <Override PartName="/ppt/notesSlides/notesSlide31.xml" ContentType="application/vnd.openxmlformats-officedocument.presentationml.notesSlide+xml"/>
  <Override PartName="/ppt/tags/tag108.xml" ContentType="application/vnd.openxmlformats-officedocument.presentationml.tags+xml"/>
  <Override PartName="/ppt/notesSlides/notesSlide32.xml" ContentType="application/vnd.openxmlformats-officedocument.presentationml.notesSlide+xml"/>
  <Override PartName="/ppt/tags/tag109.xml" ContentType="application/vnd.openxmlformats-officedocument.presentationml.tags+xml"/>
  <Override PartName="/ppt/notesSlides/notesSlide33.xml" ContentType="application/vnd.openxmlformats-officedocument.presentationml.notesSlide+xml"/>
  <Override PartName="/ppt/tags/tag110.xml" ContentType="application/vnd.openxmlformats-officedocument.presentationml.tags+xml"/>
  <Override PartName="/ppt/notesSlides/notesSlide34.xml" ContentType="application/vnd.openxmlformats-officedocument.presentationml.notesSlide+xml"/>
  <Override PartName="/ppt/tags/tag111.xml" ContentType="application/vnd.openxmlformats-officedocument.presentationml.tags+xml"/>
  <Override PartName="/ppt/notesSlides/notesSlide35.xml" ContentType="application/vnd.openxmlformats-officedocument.presentationml.notesSlide+xml"/>
  <Override PartName="/ppt/tags/tag112.xml" ContentType="application/vnd.openxmlformats-officedocument.presentationml.tags+xml"/>
  <Override PartName="/ppt/notesSlides/notesSlide36.xml" ContentType="application/vnd.openxmlformats-officedocument.presentationml.notesSlide+xml"/>
  <Override PartName="/ppt/tags/tag113.xml" ContentType="application/vnd.openxmlformats-officedocument.presentationml.tags+xml"/>
  <Override PartName="/ppt/notesSlides/notesSlide37.xml" ContentType="application/vnd.openxmlformats-officedocument.presentationml.notesSlide+xml"/>
  <Override PartName="/ppt/tags/tag114.xml" ContentType="application/vnd.openxmlformats-officedocument.presentationml.tags+xml"/>
  <Override PartName="/ppt/notesSlides/notesSlide3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115.xml" ContentType="application/vnd.openxmlformats-officedocument.presentationml.tags+xml"/>
  <Override PartName="/ppt/notesSlides/notesSlide39.xml" ContentType="application/vnd.openxmlformats-officedocument.presentationml.notesSlide+xml"/>
  <Override PartName="/ppt/tags/tag116.xml" ContentType="application/vnd.openxmlformats-officedocument.presentationml.tags+xml"/>
  <Override PartName="/ppt/notesSlides/notesSlide40.xml" ContentType="application/vnd.openxmlformats-officedocument.presentationml.notesSlide+xml"/>
  <Override PartName="/ppt/tags/tag117.xml" ContentType="application/vnd.openxmlformats-officedocument.presentationml.tags+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 id="2147483700" r:id="rId5"/>
    <p:sldMasterId id="2147483726" r:id="rId6"/>
  </p:sldMasterIdLst>
  <p:notesMasterIdLst>
    <p:notesMasterId r:id="rId48"/>
  </p:notesMasterIdLst>
  <p:handoutMasterIdLst>
    <p:handoutMasterId r:id="rId49"/>
  </p:handoutMasterIdLst>
  <p:sldIdLst>
    <p:sldId id="843" r:id="rId7"/>
    <p:sldId id="845" r:id="rId8"/>
    <p:sldId id="329" r:id="rId9"/>
    <p:sldId id="330" r:id="rId10"/>
    <p:sldId id="331" r:id="rId11"/>
    <p:sldId id="720" r:id="rId12"/>
    <p:sldId id="332" r:id="rId13"/>
    <p:sldId id="668" r:id="rId14"/>
    <p:sldId id="335" r:id="rId15"/>
    <p:sldId id="336" r:id="rId16"/>
    <p:sldId id="337" r:id="rId17"/>
    <p:sldId id="338" r:id="rId18"/>
    <p:sldId id="703" r:id="rId19"/>
    <p:sldId id="704" r:id="rId20"/>
    <p:sldId id="339" r:id="rId21"/>
    <p:sldId id="340" r:id="rId22"/>
    <p:sldId id="341" r:id="rId23"/>
    <p:sldId id="342" r:id="rId24"/>
    <p:sldId id="721" r:id="rId25"/>
    <p:sldId id="833" r:id="rId26"/>
    <p:sldId id="835" r:id="rId27"/>
    <p:sldId id="834" r:id="rId28"/>
    <p:sldId id="343" r:id="rId29"/>
    <p:sldId id="345" r:id="rId30"/>
    <p:sldId id="706" r:id="rId31"/>
    <p:sldId id="840" r:id="rId32"/>
    <p:sldId id="347" r:id="rId33"/>
    <p:sldId id="348" r:id="rId34"/>
    <p:sldId id="349" r:id="rId35"/>
    <p:sldId id="350" r:id="rId36"/>
    <p:sldId id="722" r:id="rId37"/>
    <p:sldId id="352" r:id="rId38"/>
    <p:sldId id="353" r:id="rId39"/>
    <p:sldId id="354" r:id="rId40"/>
    <p:sldId id="357" r:id="rId41"/>
    <p:sldId id="723" r:id="rId42"/>
    <p:sldId id="738" r:id="rId43"/>
    <p:sldId id="359" r:id="rId44"/>
    <p:sldId id="733" r:id="rId45"/>
    <p:sldId id="714" r:id="rId46"/>
    <p:sldId id="730" r:id="rId47"/>
  </p:sldIdLst>
  <p:sldSz cx="12192000" cy="6858000"/>
  <p:notesSz cx="6858000" cy="91440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bik, Gabriel" initials="KG" lastIdx="13" clrIdx="0"/>
  <p:cmAuthor id="2" name="Galvin, Michael" initials="MG" lastIdx="8" clrIdx="1">
    <p:extLst>
      <p:ext uri="{19B8F6BF-5375-455C-9EA6-DF929625EA0E}">
        <p15:presenceInfo xmlns:p15="http://schemas.microsoft.com/office/powerpoint/2012/main" userId="Galvin, Michael" providerId="None"/>
      </p:ext>
    </p:extLst>
  </p:cmAuthor>
  <p:cmAuthor id="3" name="Morton, Curtis" initials="" lastIdx="0" clrIdx="2"/>
  <p:cmAuthor id="4" name="Kelly, Caryn" initials="KC" lastIdx="77" clrIdx="3">
    <p:extLst>
      <p:ext uri="{19B8F6BF-5375-455C-9EA6-DF929625EA0E}">
        <p15:presenceInfo xmlns:p15="http://schemas.microsoft.com/office/powerpoint/2012/main" userId="S-1-5-21-1407069837-2091007605-538272213-29636527" providerId="AD"/>
      </p:ext>
    </p:extLst>
  </p:cmAuthor>
  <p:cmAuthor id="5" name="David Mohr" initials="DM" lastIdx="44" clrIdx="4">
    <p:extLst>
      <p:ext uri="{19B8F6BF-5375-455C-9EA6-DF929625EA0E}">
        <p15:presenceInfo xmlns:p15="http://schemas.microsoft.com/office/powerpoint/2012/main" userId="David Mohr" providerId="None"/>
      </p:ext>
    </p:extLst>
  </p:cmAuthor>
  <p:cmAuthor id="6" name="Yoshii, June" initials="YJ" lastIdx="107" clrIdx="5">
    <p:extLst>
      <p:ext uri="{19B8F6BF-5375-455C-9EA6-DF929625EA0E}">
        <p15:presenceInfo xmlns:p15="http://schemas.microsoft.com/office/powerpoint/2012/main" userId="S-1-5-21-1407069837-2091007605-538272213-300324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CE4D1"/>
    <a:srgbClr val="CCECFF"/>
    <a:srgbClr val="FF9900"/>
    <a:srgbClr val="FBD7A1"/>
    <a:srgbClr val="F58536"/>
    <a:srgbClr val="006ABD"/>
    <a:srgbClr val="C7EEFC"/>
    <a:srgbClr val="C00101"/>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F919CF-933E-2CFE-DE28-9584AB217527}" v="30" dt="2026-02-25T15:31:37.4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2.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notesMaster" Target="notesMasters/notesMaster1.xml"/><Relationship Id="rId56"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handoutMaster" Target="handoutMasters/handoutMaster1.xml"/><Relationship Id="rId57" Type="http://schemas.microsoft.com/office/2015/10/relationships/revisionInfo" Target="revisionInfo.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oš Pekár" userId="S::mpekar@ohpen.com::91d53fac-dd2d-4ede-8d9a-180e3f9eee94" providerId="AD" clId="Web-{E9F919CF-933E-2CFE-DE28-9584AB217527}"/>
    <pc:docChg chg="delSld">
      <pc:chgData name="Maroš Pekár" userId="S::mpekar@ohpen.com::91d53fac-dd2d-4ede-8d9a-180e3f9eee94" providerId="AD" clId="Web-{E9F919CF-933E-2CFE-DE28-9584AB217527}" dt="2026-02-25T15:31:37.400" v="29"/>
      <pc:docMkLst>
        <pc:docMk/>
      </pc:docMkLst>
      <pc:sldChg chg="del">
        <pc:chgData name="Maroš Pekár" userId="S::mpekar@ohpen.com::91d53fac-dd2d-4ede-8d9a-180e3f9eee94" providerId="AD" clId="Web-{E9F919CF-933E-2CFE-DE28-9584AB217527}" dt="2026-02-25T15:31:37.400" v="29"/>
        <pc:sldMkLst>
          <pc:docMk/>
          <pc:sldMk cId="1605155033" sldId="344"/>
        </pc:sldMkLst>
      </pc:sldChg>
      <pc:sldChg chg="del">
        <pc:chgData name="Maroš Pekár" userId="S::mpekar@ohpen.com::91d53fac-dd2d-4ede-8d9a-180e3f9eee94" providerId="AD" clId="Web-{E9F919CF-933E-2CFE-DE28-9584AB217527}" dt="2026-02-25T14:59:57.385" v="6"/>
        <pc:sldMkLst>
          <pc:docMk/>
          <pc:sldMk cId="4273502650" sldId="705"/>
        </pc:sldMkLst>
      </pc:sldChg>
      <pc:sldChg chg="del">
        <pc:chgData name="Maroš Pekár" userId="S::mpekar@ohpen.com::91d53fac-dd2d-4ede-8d9a-180e3f9eee94" providerId="AD" clId="Web-{E9F919CF-933E-2CFE-DE28-9584AB217527}" dt="2026-02-25T15:03:06.259" v="13"/>
        <pc:sldMkLst>
          <pc:docMk/>
          <pc:sldMk cId="1421177043" sldId="715"/>
        </pc:sldMkLst>
      </pc:sldChg>
      <pc:sldChg chg="del">
        <pc:chgData name="Maroš Pekár" userId="S::mpekar@ohpen.com::91d53fac-dd2d-4ede-8d9a-180e3f9eee94" providerId="AD" clId="Web-{E9F919CF-933E-2CFE-DE28-9584AB217527}" dt="2026-02-25T14:33:18.042" v="4"/>
        <pc:sldMkLst>
          <pc:docMk/>
          <pc:sldMk cId="3946872353" sldId="717"/>
        </pc:sldMkLst>
      </pc:sldChg>
      <pc:sldChg chg="del">
        <pc:chgData name="Maroš Pekár" userId="S::mpekar@ohpen.com::91d53fac-dd2d-4ede-8d9a-180e3f9eee94" providerId="AD" clId="Web-{E9F919CF-933E-2CFE-DE28-9584AB217527}" dt="2026-02-25T14:33:16.901" v="3"/>
        <pc:sldMkLst>
          <pc:docMk/>
          <pc:sldMk cId="195346314" sldId="718"/>
        </pc:sldMkLst>
      </pc:sldChg>
      <pc:sldChg chg="del">
        <pc:chgData name="Maroš Pekár" userId="S::mpekar@ohpen.com::91d53fac-dd2d-4ede-8d9a-180e3f9eee94" providerId="AD" clId="Web-{E9F919CF-933E-2CFE-DE28-9584AB217527}" dt="2026-02-25T15:03:20.947" v="24"/>
        <pc:sldMkLst>
          <pc:docMk/>
          <pc:sldMk cId="509955528" sldId="724"/>
        </pc:sldMkLst>
      </pc:sldChg>
      <pc:sldChg chg="del">
        <pc:chgData name="Maroš Pekár" userId="S::mpekar@ohpen.com::91d53fac-dd2d-4ede-8d9a-180e3f9eee94" providerId="AD" clId="Web-{E9F919CF-933E-2CFE-DE28-9584AB217527}" dt="2026-02-25T15:03:22.837" v="25"/>
        <pc:sldMkLst>
          <pc:docMk/>
          <pc:sldMk cId="3769123388" sldId="725"/>
        </pc:sldMkLst>
      </pc:sldChg>
      <pc:sldChg chg="del">
        <pc:chgData name="Maroš Pekár" userId="S::mpekar@ohpen.com::91d53fac-dd2d-4ede-8d9a-180e3f9eee94" providerId="AD" clId="Web-{E9F919CF-933E-2CFE-DE28-9584AB217527}" dt="2026-02-25T12:45:02.797" v="0"/>
        <pc:sldMkLst>
          <pc:docMk/>
          <pc:sldMk cId="108736599" sldId="727"/>
        </pc:sldMkLst>
      </pc:sldChg>
      <pc:sldChg chg="del">
        <pc:chgData name="Maroš Pekár" userId="S::mpekar@ohpen.com::91d53fac-dd2d-4ede-8d9a-180e3f9eee94" providerId="AD" clId="Web-{E9F919CF-933E-2CFE-DE28-9584AB217527}" dt="2026-02-25T14:35:13.293" v="5"/>
        <pc:sldMkLst>
          <pc:docMk/>
          <pc:sldMk cId="114316617" sldId="729"/>
        </pc:sldMkLst>
      </pc:sldChg>
      <pc:sldChg chg="del">
        <pc:chgData name="Maroš Pekár" userId="S::mpekar@ohpen.com::91d53fac-dd2d-4ede-8d9a-180e3f9eee94" providerId="AD" clId="Web-{E9F919CF-933E-2CFE-DE28-9584AB217527}" dt="2026-02-25T15:03:05.119" v="12"/>
        <pc:sldMkLst>
          <pc:docMk/>
          <pc:sldMk cId="3151664860" sldId="731"/>
        </pc:sldMkLst>
      </pc:sldChg>
      <pc:sldChg chg="del">
        <pc:chgData name="Maroš Pekár" userId="S::mpekar@ohpen.com::91d53fac-dd2d-4ede-8d9a-180e3f9eee94" providerId="AD" clId="Web-{E9F919CF-933E-2CFE-DE28-9584AB217527}" dt="2026-02-25T12:45:07.687" v="1"/>
        <pc:sldMkLst>
          <pc:docMk/>
          <pc:sldMk cId="2176403349" sldId="816"/>
        </pc:sldMkLst>
      </pc:sldChg>
      <pc:sldChg chg="del">
        <pc:chgData name="Maroš Pekár" userId="S::mpekar@ohpen.com::91d53fac-dd2d-4ede-8d9a-180e3f9eee94" providerId="AD" clId="Web-{E9F919CF-933E-2CFE-DE28-9584AB217527}" dt="2026-02-25T15:03:08.884" v="15"/>
        <pc:sldMkLst>
          <pc:docMk/>
          <pc:sldMk cId="803009263" sldId="818"/>
        </pc:sldMkLst>
      </pc:sldChg>
      <pc:sldChg chg="del">
        <pc:chgData name="Maroš Pekár" userId="S::mpekar@ohpen.com::91d53fac-dd2d-4ede-8d9a-180e3f9eee94" providerId="AD" clId="Web-{E9F919CF-933E-2CFE-DE28-9584AB217527}" dt="2026-02-25T15:03:09.400" v="16"/>
        <pc:sldMkLst>
          <pc:docMk/>
          <pc:sldMk cId="1237820348" sldId="819"/>
        </pc:sldMkLst>
      </pc:sldChg>
      <pc:sldChg chg="del">
        <pc:chgData name="Maroš Pekár" userId="S::mpekar@ohpen.com::91d53fac-dd2d-4ede-8d9a-180e3f9eee94" providerId="AD" clId="Web-{E9F919CF-933E-2CFE-DE28-9584AB217527}" dt="2026-02-25T15:03:11.056" v="17"/>
        <pc:sldMkLst>
          <pc:docMk/>
          <pc:sldMk cId="3088597546" sldId="820"/>
        </pc:sldMkLst>
      </pc:sldChg>
      <pc:sldChg chg="del">
        <pc:chgData name="Maroš Pekár" userId="S::mpekar@ohpen.com::91d53fac-dd2d-4ede-8d9a-180e3f9eee94" providerId="AD" clId="Web-{E9F919CF-933E-2CFE-DE28-9584AB217527}" dt="2026-02-25T15:03:12.994" v="19"/>
        <pc:sldMkLst>
          <pc:docMk/>
          <pc:sldMk cId="2623136339" sldId="822"/>
        </pc:sldMkLst>
      </pc:sldChg>
      <pc:sldChg chg="del">
        <pc:chgData name="Maroš Pekár" userId="S::mpekar@ohpen.com::91d53fac-dd2d-4ede-8d9a-180e3f9eee94" providerId="AD" clId="Web-{E9F919CF-933E-2CFE-DE28-9584AB217527}" dt="2026-02-25T15:03:14.431" v="20"/>
        <pc:sldMkLst>
          <pc:docMk/>
          <pc:sldMk cId="2611833523" sldId="823"/>
        </pc:sldMkLst>
      </pc:sldChg>
      <pc:sldChg chg="del">
        <pc:chgData name="Maroš Pekár" userId="S::mpekar@ohpen.com::91d53fac-dd2d-4ede-8d9a-180e3f9eee94" providerId="AD" clId="Web-{E9F919CF-933E-2CFE-DE28-9584AB217527}" dt="2026-02-25T15:03:17.744" v="21"/>
        <pc:sldMkLst>
          <pc:docMk/>
          <pc:sldMk cId="2949834701" sldId="824"/>
        </pc:sldMkLst>
      </pc:sldChg>
      <pc:sldChg chg="del">
        <pc:chgData name="Maroš Pekár" userId="S::mpekar@ohpen.com::91d53fac-dd2d-4ede-8d9a-180e3f9eee94" providerId="AD" clId="Web-{E9F919CF-933E-2CFE-DE28-9584AB217527}" dt="2026-02-25T15:03:17.759" v="22"/>
        <pc:sldMkLst>
          <pc:docMk/>
          <pc:sldMk cId="1298265792" sldId="825"/>
        </pc:sldMkLst>
      </pc:sldChg>
      <pc:sldChg chg="del">
        <pc:chgData name="Maroš Pekár" userId="S::mpekar@ohpen.com::91d53fac-dd2d-4ede-8d9a-180e3f9eee94" providerId="AD" clId="Web-{E9F919CF-933E-2CFE-DE28-9584AB217527}" dt="2026-02-25T15:03:19.056" v="23"/>
        <pc:sldMkLst>
          <pc:docMk/>
          <pc:sldMk cId="481895260" sldId="826"/>
        </pc:sldMkLst>
      </pc:sldChg>
      <pc:sldChg chg="del">
        <pc:chgData name="Maroš Pekár" userId="S::mpekar@ohpen.com::91d53fac-dd2d-4ede-8d9a-180e3f9eee94" providerId="AD" clId="Web-{E9F919CF-933E-2CFE-DE28-9584AB217527}" dt="2026-02-25T15:03:24.150" v="26"/>
        <pc:sldMkLst>
          <pc:docMk/>
          <pc:sldMk cId="3755738912" sldId="828"/>
        </pc:sldMkLst>
      </pc:sldChg>
      <pc:sldChg chg="del">
        <pc:chgData name="Maroš Pekár" userId="S::mpekar@ohpen.com::91d53fac-dd2d-4ede-8d9a-180e3f9eee94" providerId="AD" clId="Web-{E9F919CF-933E-2CFE-DE28-9584AB217527}" dt="2026-02-25T15:03:25.009" v="27"/>
        <pc:sldMkLst>
          <pc:docMk/>
          <pc:sldMk cId="2824145745" sldId="829"/>
        </pc:sldMkLst>
      </pc:sldChg>
      <pc:sldChg chg="del">
        <pc:chgData name="Maroš Pekár" userId="S::mpekar@ohpen.com::91d53fac-dd2d-4ede-8d9a-180e3f9eee94" providerId="AD" clId="Web-{E9F919CF-933E-2CFE-DE28-9584AB217527}" dt="2026-02-25T15:03:11.306" v="18"/>
        <pc:sldMkLst>
          <pc:docMk/>
          <pc:sldMk cId="2719181897" sldId="830"/>
        </pc:sldMkLst>
      </pc:sldChg>
      <pc:sldChg chg="del">
        <pc:chgData name="Maroš Pekár" userId="S::mpekar@ohpen.com::91d53fac-dd2d-4ede-8d9a-180e3f9eee94" providerId="AD" clId="Web-{E9F919CF-933E-2CFE-DE28-9584AB217527}" dt="2026-02-25T15:03:07.962" v="14"/>
        <pc:sldMkLst>
          <pc:docMk/>
          <pc:sldMk cId="3045657596" sldId="831"/>
        </pc:sldMkLst>
      </pc:sldChg>
      <pc:sldChg chg="del">
        <pc:chgData name="Maroš Pekár" userId="S::mpekar@ohpen.com::91d53fac-dd2d-4ede-8d9a-180e3f9eee94" providerId="AD" clId="Web-{E9F919CF-933E-2CFE-DE28-9584AB217527}" dt="2026-02-25T15:03:26.243" v="28"/>
        <pc:sldMkLst>
          <pc:docMk/>
          <pc:sldMk cId="463803747" sldId="832"/>
        </pc:sldMkLst>
      </pc:sldChg>
      <pc:sldChg chg="del">
        <pc:chgData name="Maroš Pekár" userId="S::mpekar@ohpen.com::91d53fac-dd2d-4ede-8d9a-180e3f9eee94" providerId="AD" clId="Web-{E9F919CF-933E-2CFE-DE28-9584AB217527}" dt="2026-02-25T15:02:58.712" v="8"/>
        <pc:sldMkLst>
          <pc:docMk/>
          <pc:sldMk cId="658066060" sldId="836"/>
        </pc:sldMkLst>
      </pc:sldChg>
      <pc:sldChg chg="del">
        <pc:chgData name="Maroš Pekár" userId="S::mpekar@ohpen.com::91d53fac-dd2d-4ede-8d9a-180e3f9eee94" providerId="AD" clId="Web-{E9F919CF-933E-2CFE-DE28-9584AB217527}" dt="2026-02-25T15:03:00.228" v="9"/>
        <pc:sldMkLst>
          <pc:docMk/>
          <pc:sldMk cId="2198029819" sldId="837"/>
        </pc:sldMkLst>
      </pc:sldChg>
      <pc:sldChg chg="del">
        <pc:chgData name="Maroš Pekár" userId="S::mpekar@ohpen.com::91d53fac-dd2d-4ede-8d9a-180e3f9eee94" providerId="AD" clId="Web-{E9F919CF-933E-2CFE-DE28-9584AB217527}" dt="2026-02-25T15:03:00.572" v="10"/>
        <pc:sldMkLst>
          <pc:docMk/>
          <pc:sldMk cId="1461524654" sldId="838"/>
        </pc:sldMkLst>
      </pc:sldChg>
      <pc:sldChg chg="del">
        <pc:chgData name="Maroš Pekár" userId="S::mpekar@ohpen.com::91d53fac-dd2d-4ede-8d9a-180e3f9eee94" providerId="AD" clId="Web-{E9F919CF-933E-2CFE-DE28-9584AB217527}" dt="2026-02-25T15:03:01.540" v="11"/>
        <pc:sldMkLst>
          <pc:docMk/>
          <pc:sldMk cId="1375940043" sldId="839"/>
        </pc:sldMkLst>
      </pc:sldChg>
      <pc:sldChg chg="del">
        <pc:chgData name="Maroš Pekár" userId="S::mpekar@ohpen.com::91d53fac-dd2d-4ede-8d9a-180e3f9eee94" providerId="AD" clId="Web-{E9F919CF-933E-2CFE-DE28-9584AB217527}" dt="2026-02-25T15:02:03.462" v="7"/>
        <pc:sldMkLst>
          <pc:docMk/>
          <pc:sldMk cId="496885789" sldId="841"/>
        </pc:sldMkLst>
      </pc:sldChg>
      <pc:sldChg chg="del">
        <pc:chgData name="Maroš Pekár" userId="S::mpekar@ohpen.com::91d53fac-dd2d-4ede-8d9a-180e3f9eee94" providerId="AD" clId="Web-{E9F919CF-933E-2CFE-DE28-9584AB217527}" dt="2026-02-25T13:23:47.723" v="2"/>
        <pc:sldMkLst>
          <pc:docMk/>
          <pc:sldMk cId="3527960804" sldId="84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504E8C-D497-47AA-B8D5-0A687F37E91E}" type="doc">
      <dgm:prSet loTypeId="urn:microsoft.com/office/officeart/2005/8/layout/hierarchy4" loCatId="relationship" qsTypeId="urn:microsoft.com/office/officeart/2005/8/quickstyle/3d3" qsCatId="3D" csTypeId="urn:microsoft.com/office/officeart/2005/8/colors/accent1_2" csCatId="accent1" phldr="1"/>
      <dgm:spPr/>
      <dgm:t>
        <a:bodyPr/>
        <a:lstStyle/>
        <a:p>
          <a:endParaRPr lang="en-US"/>
        </a:p>
      </dgm:t>
    </dgm:pt>
    <dgm:pt modelId="{E308B46D-53A3-41AE-9DEF-691D7FB8DCA0}">
      <dgm:prSet phldrT="[Text]"/>
      <dgm:spPr>
        <a:solidFill>
          <a:schemeClr val="accent6">
            <a:lumMod val="50000"/>
          </a:schemeClr>
        </a:solidFill>
      </dgm:spPr>
      <dgm:t>
        <a:bodyPr/>
        <a:lstStyle/>
        <a:p>
          <a:r>
            <a:rPr lang="en-US" b="1"/>
            <a:t>AMIs consist of:</a:t>
          </a:r>
        </a:p>
      </dgm:t>
    </dgm:pt>
    <dgm:pt modelId="{25D8B1C5-D15E-4373-AF2D-5905A6D52C86}" type="parTrans" cxnId="{FEF3832A-7115-4E9C-915D-32616F70DC87}">
      <dgm:prSet/>
      <dgm:spPr/>
      <dgm:t>
        <a:bodyPr/>
        <a:lstStyle/>
        <a:p>
          <a:endParaRPr lang="en-US"/>
        </a:p>
      </dgm:t>
    </dgm:pt>
    <dgm:pt modelId="{D1A0E2CC-4FAD-47FC-BD5B-9A8119FF91EA}" type="sibTrans" cxnId="{FEF3832A-7115-4E9C-915D-32616F70DC87}">
      <dgm:prSet/>
      <dgm:spPr/>
      <dgm:t>
        <a:bodyPr/>
        <a:lstStyle/>
        <a:p>
          <a:endParaRPr lang="en-US"/>
        </a:p>
      </dgm:t>
    </dgm:pt>
    <dgm:pt modelId="{EA35FD21-A0FC-4BE7-8DEC-1B1A31811847}">
      <dgm:prSet/>
      <dgm:spPr>
        <a:solidFill>
          <a:schemeClr val="accent5">
            <a:lumMod val="75000"/>
          </a:schemeClr>
        </a:solidFill>
      </dgm:spPr>
      <dgm:t>
        <a:bodyPr/>
        <a:lstStyle/>
        <a:p>
          <a:r>
            <a:rPr lang="en-US" b="1"/>
            <a:t>AMI choices:</a:t>
          </a:r>
        </a:p>
      </dgm:t>
    </dgm:pt>
    <dgm:pt modelId="{A80135CD-894C-4D2F-A80C-ACC87682C708}" type="parTrans" cxnId="{DBA7589E-6FEC-4F53-8DFB-A766811EE5CD}">
      <dgm:prSet/>
      <dgm:spPr/>
      <dgm:t>
        <a:bodyPr/>
        <a:lstStyle/>
        <a:p>
          <a:endParaRPr lang="en-US"/>
        </a:p>
      </dgm:t>
    </dgm:pt>
    <dgm:pt modelId="{3F1D7EF3-B65D-4428-B0CC-23468CAB13C8}" type="sibTrans" cxnId="{DBA7589E-6FEC-4F53-8DFB-A766811EE5CD}">
      <dgm:prSet/>
      <dgm:spPr/>
      <dgm:t>
        <a:bodyPr/>
        <a:lstStyle/>
        <a:p>
          <a:endParaRPr lang="en-US"/>
        </a:p>
      </dgm:t>
    </dgm:pt>
    <dgm:pt modelId="{D5D4FF31-80D1-4897-9FAE-CBD4806EC948}">
      <dgm:prSet custT="1"/>
      <dgm:spPr>
        <a:solidFill>
          <a:schemeClr val="accent6">
            <a:lumMod val="20000"/>
            <a:lumOff val="80000"/>
          </a:schemeClr>
        </a:solidFill>
      </dgm:spPr>
      <dgm:t>
        <a:bodyPr/>
        <a:lstStyle/>
        <a:p>
          <a:r>
            <a:rPr lang="en-US" sz="1800" b="1">
              <a:solidFill>
                <a:schemeClr val="tx1">
                  <a:lumMod val="85000"/>
                  <a:lumOff val="15000"/>
                </a:schemeClr>
              </a:solidFill>
            </a:rPr>
            <a:t>Template for instance volumes</a:t>
          </a:r>
        </a:p>
      </dgm:t>
    </dgm:pt>
    <dgm:pt modelId="{3A6387DF-D4A0-4DEC-8BAE-1C863E4D5128}" type="parTrans" cxnId="{E84D35D5-81A5-4903-ADB9-70E791436637}">
      <dgm:prSet/>
      <dgm:spPr/>
      <dgm:t>
        <a:bodyPr/>
        <a:lstStyle/>
        <a:p>
          <a:endParaRPr lang="en-US"/>
        </a:p>
      </dgm:t>
    </dgm:pt>
    <dgm:pt modelId="{4B845AD3-1892-405F-BC6B-0A70107B5BF9}" type="sibTrans" cxnId="{E84D35D5-81A5-4903-ADB9-70E791436637}">
      <dgm:prSet/>
      <dgm:spPr/>
      <dgm:t>
        <a:bodyPr/>
        <a:lstStyle/>
        <a:p>
          <a:endParaRPr lang="en-US"/>
        </a:p>
      </dgm:t>
    </dgm:pt>
    <dgm:pt modelId="{EC5001D1-1539-42E0-9F53-FB12D74A0F09}">
      <dgm:prSet custT="1"/>
      <dgm:spPr>
        <a:solidFill>
          <a:schemeClr val="accent6">
            <a:lumMod val="20000"/>
            <a:lumOff val="80000"/>
          </a:schemeClr>
        </a:solidFill>
      </dgm:spPr>
      <dgm:t>
        <a:bodyPr/>
        <a:lstStyle/>
        <a:p>
          <a:r>
            <a:rPr lang="en-US" sz="1800" b="1">
              <a:solidFill>
                <a:schemeClr val="tx1">
                  <a:lumMod val="85000"/>
                  <a:lumOff val="15000"/>
                </a:schemeClr>
              </a:solidFill>
            </a:rPr>
            <a:t>Launch permissions</a:t>
          </a:r>
        </a:p>
      </dgm:t>
    </dgm:pt>
    <dgm:pt modelId="{C7F30D29-A7FC-48F3-9E95-48853B9321B8}" type="parTrans" cxnId="{B7E717D0-574B-44A5-9141-7A6D2022D19B}">
      <dgm:prSet/>
      <dgm:spPr/>
      <dgm:t>
        <a:bodyPr/>
        <a:lstStyle/>
        <a:p>
          <a:endParaRPr lang="en-US"/>
        </a:p>
      </dgm:t>
    </dgm:pt>
    <dgm:pt modelId="{28910485-333F-492F-9802-B74F8FF13BDC}" type="sibTrans" cxnId="{B7E717D0-574B-44A5-9141-7A6D2022D19B}">
      <dgm:prSet/>
      <dgm:spPr/>
      <dgm:t>
        <a:bodyPr/>
        <a:lstStyle/>
        <a:p>
          <a:endParaRPr lang="en-US"/>
        </a:p>
      </dgm:t>
    </dgm:pt>
    <dgm:pt modelId="{80388958-FDA2-4298-98E3-44F709FE2902}">
      <dgm:prSet custT="1"/>
      <dgm:spPr>
        <a:solidFill>
          <a:schemeClr val="accent6">
            <a:lumMod val="20000"/>
            <a:lumOff val="80000"/>
          </a:schemeClr>
        </a:solidFill>
      </dgm:spPr>
      <dgm:t>
        <a:bodyPr/>
        <a:lstStyle/>
        <a:p>
          <a:r>
            <a:rPr lang="en-US" sz="1800" b="1">
              <a:solidFill>
                <a:schemeClr val="tx1">
                  <a:lumMod val="85000"/>
                  <a:lumOff val="15000"/>
                </a:schemeClr>
              </a:solidFill>
            </a:rPr>
            <a:t>Block device mappings</a:t>
          </a:r>
        </a:p>
      </dgm:t>
    </dgm:pt>
    <dgm:pt modelId="{4A4B1BAD-0342-4423-B143-F76A20365465}" type="parTrans" cxnId="{B37EEF41-5281-422E-B3C5-7B2D2A9AD271}">
      <dgm:prSet/>
      <dgm:spPr/>
      <dgm:t>
        <a:bodyPr/>
        <a:lstStyle/>
        <a:p>
          <a:endParaRPr lang="en-US"/>
        </a:p>
      </dgm:t>
    </dgm:pt>
    <dgm:pt modelId="{DDA96881-AC34-409D-9366-E5DF7DD34E75}" type="sibTrans" cxnId="{B37EEF41-5281-422E-B3C5-7B2D2A9AD271}">
      <dgm:prSet/>
      <dgm:spPr/>
      <dgm:t>
        <a:bodyPr/>
        <a:lstStyle/>
        <a:p>
          <a:endParaRPr lang="en-US"/>
        </a:p>
      </dgm:t>
    </dgm:pt>
    <dgm:pt modelId="{84C1DC05-C654-446D-A878-F77A32ACF1E9}">
      <dgm:prSet custT="1"/>
      <dgm:spPr>
        <a:solidFill>
          <a:schemeClr val="accent5">
            <a:lumMod val="20000"/>
            <a:lumOff val="80000"/>
          </a:schemeClr>
        </a:solidFill>
      </dgm:spPr>
      <dgm:t>
        <a:bodyPr/>
        <a:lstStyle/>
        <a:p>
          <a:r>
            <a:rPr lang="en-US" sz="1800" b="1">
              <a:solidFill>
                <a:schemeClr val="tx1">
                  <a:lumMod val="85000"/>
                  <a:lumOff val="15000"/>
                </a:schemeClr>
              </a:solidFill>
            </a:rPr>
            <a:t>AWS Provided</a:t>
          </a:r>
        </a:p>
      </dgm:t>
    </dgm:pt>
    <dgm:pt modelId="{8F73A178-442A-45F8-9154-980EB400D437}" type="parTrans" cxnId="{FC97ADA2-C076-48AA-AA8D-7BA3882F93F8}">
      <dgm:prSet/>
      <dgm:spPr/>
      <dgm:t>
        <a:bodyPr/>
        <a:lstStyle/>
        <a:p>
          <a:endParaRPr lang="en-US"/>
        </a:p>
      </dgm:t>
    </dgm:pt>
    <dgm:pt modelId="{39E7A7E7-7E08-48B7-AAE4-649B10EA4E35}" type="sibTrans" cxnId="{FC97ADA2-C076-48AA-AA8D-7BA3882F93F8}">
      <dgm:prSet/>
      <dgm:spPr/>
      <dgm:t>
        <a:bodyPr/>
        <a:lstStyle/>
        <a:p>
          <a:endParaRPr lang="en-US"/>
        </a:p>
      </dgm:t>
    </dgm:pt>
    <dgm:pt modelId="{8678ADCF-C766-4F96-B154-6A4A4ADBC301}">
      <dgm:prSet custT="1"/>
      <dgm:spPr>
        <a:solidFill>
          <a:schemeClr val="accent5">
            <a:lumMod val="20000"/>
            <a:lumOff val="80000"/>
          </a:schemeClr>
        </a:solidFill>
      </dgm:spPr>
      <dgm:t>
        <a:bodyPr/>
        <a:lstStyle/>
        <a:p>
          <a:r>
            <a:rPr lang="en-US" sz="1800" b="1">
              <a:solidFill>
                <a:schemeClr val="tx1">
                  <a:lumMod val="85000"/>
                  <a:lumOff val="15000"/>
                </a:schemeClr>
              </a:solidFill>
            </a:rPr>
            <a:t>User Built</a:t>
          </a:r>
        </a:p>
      </dgm:t>
    </dgm:pt>
    <dgm:pt modelId="{56636FE5-4C8D-4B65-A5FD-0AA54F52A4A9}" type="parTrans" cxnId="{6DF40C47-B8D6-4325-A597-B65AD43C8CE4}">
      <dgm:prSet/>
      <dgm:spPr/>
      <dgm:t>
        <a:bodyPr/>
        <a:lstStyle/>
        <a:p>
          <a:endParaRPr lang="en-US"/>
        </a:p>
      </dgm:t>
    </dgm:pt>
    <dgm:pt modelId="{2AB61291-2E1A-4370-871D-502121B7C67A}" type="sibTrans" cxnId="{6DF40C47-B8D6-4325-A597-B65AD43C8CE4}">
      <dgm:prSet/>
      <dgm:spPr/>
      <dgm:t>
        <a:bodyPr/>
        <a:lstStyle/>
        <a:p>
          <a:endParaRPr lang="en-US"/>
        </a:p>
      </dgm:t>
    </dgm:pt>
    <dgm:pt modelId="{3E4F6F84-1A9A-4F1D-AA0C-1D75A2C48B64}">
      <dgm:prSet custT="1"/>
      <dgm:spPr>
        <a:solidFill>
          <a:schemeClr val="accent5">
            <a:lumMod val="20000"/>
            <a:lumOff val="80000"/>
          </a:schemeClr>
        </a:solidFill>
      </dgm:spPr>
      <dgm:t>
        <a:bodyPr/>
        <a:lstStyle/>
        <a:p>
          <a:r>
            <a:rPr lang="en-US" sz="1800" b="1">
              <a:solidFill>
                <a:schemeClr val="tx1">
                  <a:lumMod val="85000"/>
                  <a:lumOff val="15000"/>
                </a:schemeClr>
              </a:solidFill>
            </a:rPr>
            <a:t>Community</a:t>
          </a:r>
        </a:p>
      </dgm:t>
    </dgm:pt>
    <dgm:pt modelId="{091D3E42-426B-4616-A0D7-4F2B53C864EB}" type="parTrans" cxnId="{135FB64D-E793-4185-939F-A25B6752431B}">
      <dgm:prSet/>
      <dgm:spPr/>
      <dgm:t>
        <a:bodyPr/>
        <a:lstStyle/>
        <a:p>
          <a:endParaRPr lang="en-US"/>
        </a:p>
      </dgm:t>
    </dgm:pt>
    <dgm:pt modelId="{4DD6CAF2-F68F-44C4-A308-6232A3664D0E}" type="sibTrans" cxnId="{135FB64D-E793-4185-939F-A25B6752431B}">
      <dgm:prSet/>
      <dgm:spPr/>
      <dgm:t>
        <a:bodyPr/>
        <a:lstStyle/>
        <a:p>
          <a:endParaRPr lang="en-US"/>
        </a:p>
      </dgm:t>
    </dgm:pt>
    <dgm:pt modelId="{7414FC0B-F339-4D09-98CE-18936D77DB2B}">
      <dgm:prSet custT="1"/>
      <dgm:spPr>
        <a:solidFill>
          <a:schemeClr val="accent5">
            <a:lumMod val="20000"/>
            <a:lumOff val="80000"/>
          </a:schemeClr>
        </a:solidFill>
      </dgm:spPr>
      <dgm:t>
        <a:bodyPr/>
        <a:lstStyle/>
        <a:p>
          <a:r>
            <a:rPr lang="en-US" sz="1800" b="1">
              <a:solidFill>
                <a:schemeClr val="tx1">
                  <a:lumMod val="85000"/>
                  <a:lumOff val="15000"/>
                </a:schemeClr>
              </a:solidFill>
            </a:rPr>
            <a:t>Marketplace</a:t>
          </a:r>
        </a:p>
      </dgm:t>
    </dgm:pt>
    <dgm:pt modelId="{0476A54B-8319-4F6F-9F30-9D8DD92AABE9}" type="parTrans" cxnId="{DF20AD9C-E642-4D91-8947-950915D5C91A}">
      <dgm:prSet/>
      <dgm:spPr/>
      <dgm:t>
        <a:bodyPr/>
        <a:lstStyle/>
        <a:p>
          <a:endParaRPr lang="en-US"/>
        </a:p>
      </dgm:t>
    </dgm:pt>
    <dgm:pt modelId="{EFF735C9-B803-446D-8071-F886AD35EF98}" type="sibTrans" cxnId="{DF20AD9C-E642-4D91-8947-950915D5C91A}">
      <dgm:prSet/>
      <dgm:spPr/>
      <dgm:t>
        <a:bodyPr/>
        <a:lstStyle/>
        <a:p>
          <a:endParaRPr lang="en-US"/>
        </a:p>
      </dgm:t>
    </dgm:pt>
    <dgm:pt modelId="{9D756A20-E588-474E-B069-8855330D0898}" type="pres">
      <dgm:prSet presAssocID="{8C504E8C-D497-47AA-B8D5-0A687F37E91E}" presName="Name0" presStyleCnt="0">
        <dgm:presLayoutVars>
          <dgm:chPref val="1"/>
          <dgm:dir/>
          <dgm:animOne val="branch"/>
          <dgm:animLvl val="lvl"/>
          <dgm:resizeHandles/>
        </dgm:presLayoutVars>
      </dgm:prSet>
      <dgm:spPr/>
    </dgm:pt>
    <dgm:pt modelId="{4C3D5264-3E70-4154-9F0A-BBCA53AA512F}" type="pres">
      <dgm:prSet presAssocID="{E308B46D-53A3-41AE-9DEF-691D7FB8DCA0}" presName="vertOne" presStyleCnt="0"/>
      <dgm:spPr/>
    </dgm:pt>
    <dgm:pt modelId="{29F32D77-7475-461C-A8BF-0EBB01C18425}" type="pres">
      <dgm:prSet presAssocID="{E308B46D-53A3-41AE-9DEF-691D7FB8DCA0}" presName="txOne" presStyleLbl="node0" presStyleIdx="0" presStyleCnt="2">
        <dgm:presLayoutVars>
          <dgm:chPref val="3"/>
        </dgm:presLayoutVars>
      </dgm:prSet>
      <dgm:spPr/>
    </dgm:pt>
    <dgm:pt modelId="{F1752409-C9C4-4A6D-A272-2290395D7B2A}" type="pres">
      <dgm:prSet presAssocID="{E308B46D-53A3-41AE-9DEF-691D7FB8DCA0}" presName="parTransOne" presStyleCnt="0"/>
      <dgm:spPr/>
    </dgm:pt>
    <dgm:pt modelId="{37994AE8-3366-4E02-84AC-8DA488ACFAAF}" type="pres">
      <dgm:prSet presAssocID="{E308B46D-53A3-41AE-9DEF-691D7FB8DCA0}" presName="horzOne" presStyleCnt="0"/>
      <dgm:spPr/>
    </dgm:pt>
    <dgm:pt modelId="{9045ABC8-E659-4642-A13A-30B68B175070}" type="pres">
      <dgm:prSet presAssocID="{D5D4FF31-80D1-4897-9FAE-CBD4806EC948}" presName="vertTwo" presStyleCnt="0"/>
      <dgm:spPr/>
    </dgm:pt>
    <dgm:pt modelId="{03194885-A7E2-4E1D-83E7-E1D3D107D1B2}" type="pres">
      <dgm:prSet presAssocID="{D5D4FF31-80D1-4897-9FAE-CBD4806EC948}" presName="txTwo" presStyleLbl="node2" presStyleIdx="0" presStyleCnt="7" custScaleX="184989">
        <dgm:presLayoutVars>
          <dgm:chPref val="3"/>
        </dgm:presLayoutVars>
      </dgm:prSet>
      <dgm:spPr/>
    </dgm:pt>
    <dgm:pt modelId="{7B4137E0-BFFE-4969-8FD7-97ED3570108F}" type="pres">
      <dgm:prSet presAssocID="{D5D4FF31-80D1-4897-9FAE-CBD4806EC948}" presName="horzTwo" presStyleCnt="0"/>
      <dgm:spPr/>
    </dgm:pt>
    <dgm:pt modelId="{74464771-92C3-456E-8A1D-E1181559673E}" type="pres">
      <dgm:prSet presAssocID="{4B845AD3-1892-405F-BC6B-0A70107B5BF9}" presName="sibSpaceTwo" presStyleCnt="0"/>
      <dgm:spPr/>
    </dgm:pt>
    <dgm:pt modelId="{CC353F54-E21F-4C8F-9215-20E972EF3021}" type="pres">
      <dgm:prSet presAssocID="{EC5001D1-1539-42E0-9F53-FB12D74A0F09}" presName="vertTwo" presStyleCnt="0"/>
      <dgm:spPr/>
    </dgm:pt>
    <dgm:pt modelId="{AFAC34A9-E1BB-49A6-BDCA-EF9CA96369CB}" type="pres">
      <dgm:prSet presAssocID="{EC5001D1-1539-42E0-9F53-FB12D74A0F09}" presName="txTwo" presStyleLbl="node2" presStyleIdx="1" presStyleCnt="7" custScaleX="184989">
        <dgm:presLayoutVars>
          <dgm:chPref val="3"/>
        </dgm:presLayoutVars>
      </dgm:prSet>
      <dgm:spPr/>
    </dgm:pt>
    <dgm:pt modelId="{1A7E509E-19A8-4DAA-9B5D-0079B4D0ACFC}" type="pres">
      <dgm:prSet presAssocID="{EC5001D1-1539-42E0-9F53-FB12D74A0F09}" presName="horzTwo" presStyleCnt="0"/>
      <dgm:spPr/>
    </dgm:pt>
    <dgm:pt modelId="{2CEF9EDC-1DF9-43F2-94A9-FDD3AB7A50A2}" type="pres">
      <dgm:prSet presAssocID="{28910485-333F-492F-9802-B74F8FF13BDC}" presName="sibSpaceTwo" presStyleCnt="0"/>
      <dgm:spPr/>
    </dgm:pt>
    <dgm:pt modelId="{C0C1334E-3E7F-4766-A14D-3A22BE5E0FFE}" type="pres">
      <dgm:prSet presAssocID="{80388958-FDA2-4298-98E3-44F709FE2902}" presName="vertTwo" presStyleCnt="0"/>
      <dgm:spPr/>
    </dgm:pt>
    <dgm:pt modelId="{2A2A9CE5-AB98-403A-A670-90075966D1B8}" type="pres">
      <dgm:prSet presAssocID="{80388958-FDA2-4298-98E3-44F709FE2902}" presName="txTwo" presStyleLbl="node2" presStyleIdx="2" presStyleCnt="7" custScaleX="184989">
        <dgm:presLayoutVars>
          <dgm:chPref val="3"/>
        </dgm:presLayoutVars>
      </dgm:prSet>
      <dgm:spPr/>
    </dgm:pt>
    <dgm:pt modelId="{1C2C151A-739E-4B34-995E-990245CBAF46}" type="pres">
      <dgm:prSet presAssocID="{80388958-FDA2-4298-98E3-44F709FE2902}" presName="horzTwo" presStyleCnt="0"/>
      <dgm:spPr/>
    </dgm:pt>
    <dgm:pt modelId="{7F9ACCA6-B069-423B-A9C5-EE2D3713F328}" type="pres">
      <dgm:prSet presAssocID="{D1A0E2CC-4FAD-47FC-BD5B-9A8119FF91EA}" presName="sibSpaceOne" presStyleCnt="0"/>
      <dgm:spPr/>
    </dgm:pt>
    <dgm:pt modelId="{F1A79610-D345-4368-B38B-7FFD08A61931}" type="pres">
      <dgm:prSet presAssocID="{EA35FD21-A0FC-4BE7-8DEC-1B1A31811847}" presName="vertOne" presStyleCnt="0"/>
      <dgm:spPr/>
    </dgm:pt>
    <dgm:pt modelId="{B08B139D-0015-469B-B9FB-1284BB147808}" type="pres">
      <dgm:prSet presAssocID="{EA35FD21-A0FC-4BE7-8DEC-1B1A31811847}" presName="txOne" presStyleLbl="node0" presStyleIdx="1" presStyleCnt="2">
        <dgm:presLayoutVars>
          <dgm:chPref val="3"/>
        </dgm:presLayoutVars>
      </dgm:prSet>
      <dgm:spPr/>
    </dgm:pt>
    <dgm:pt modelId="{E82418E0-8462-458C-A698-725EEBD96460}" type="pres">
      <dgm:prSet presAssocID="{EA35FD21-A0FC-4BE7-8DEC-1B1A31811847}" presName="parTransOne" presStyleCnt="0"/>
      <dgm:spPr/>
    </dgm:pt>
    <dgm:pt modelId="{8FAA7C33-B857-4E55-8028-EAC43328E132}" type="pres">
      <dgm:prSet presAssocID="{EA35FD21-A0FC-4BE7-8DEC-1B1A31811847}" presName="horzOne" presStyleCnt="0"/>
      <dgm:spPr/>
    </dgm:pt>
    <dgm:pt modelId="{71ABBB76-F2A4-41B0-A414-56EED0B5C25F}" type="pres">
      <dgm:prSet presAssocID="{84C1DC05-C654-446D-A878-F77A32ACF1E9}" presName="vertTwo" presStyleCnt="0"/>
      <dgm:spPr/>
    </dgm:pt>
    <dgm:pt modelId="{D69209A7-ADE6-49C0-ABDD-D914A5CE2693}" type="pres">
      <dgm:prSet presAssocID="{84C1DC05-C654-446D-A878-F77A32ACF1E9}" presName="txTwo" presStyleLbl="node2" presStyleIdx="3" presStyleCnt="7" custScaleX="184989">
        <dgm:presLayoutVars>
          <dgm:chPref val="3"/>
        </dgm:presLayoutVars>
      </dgm:prSet>
      <dgm:spPr/>
    </dgm:pt>
    <dgm:pt modelId="{0AA26552-CFA0-45BE-BFB0-D7E8FF2B620F}" type="pres">
      <dgm:prSet presAssocID="{84C1DC05-C654-446D-A878-F77A32ACF1E9}" presName="horzTwo" presStyleCnt="0"/>
      <dgm:spPr/>
    </dgm:pt>
    <dgm:pt modelId="{90BCF1BB-EF22-4780-BD55-5CCAD5097B1D}" type="pres">
      <dgm:prSet presAssocID="{39E7A7E7-7E08-48B7-AAE4-649B10EA4E35}" presName="sibSpaceTwo" presStyleCnt="0"/>
      <dgm:spPr/>
    </dgm:pt>
    <dgm:pt modelId="{E0AF5E9F-39FF-4437-8D17-5C9793570E6B}" type="pres">
      <dgm:prSet presAssocID="{8678ADCF-C766-4F96-B154-6A4A4ADBC301}" presName="vertTwo" presStyleCnt="0"/>
      <dgm:spPr/>
    </dgm:pt>
    <dgm:pt modelId="{EC59A410-8B0E-4882-B216-585AA881E7DD}" type="pres">
      <dgm:prSet presAssocID="{8678ADCF-C766-4F96-B154-6A4A4ADBC301}" presName="txTwo" presStyleLbl="node2" presStyleIdx="4" presStyleCnt="7" custScaleX="184989">
        <dgm:presLayoutVars>
          <dgm:chPref val="3"/>
        </dgm:presLayoutVars>
      </dgm:prSet>
      <dgm:spPr/>
    </dgm:pt>
    <dgm:pt modelId="{9963175D-0A7E-4716-AA53-C9180AEDEC55}" type="pres">
      <dgm:prSet presAssocID="{8678ADCF-C766-4F96-B154-6A4A4ADBC301}" presName="horzTwo" presStyleCnt="0"/>
      <dgm:spPr/>
    </dgm:pt>
    <dgm:pt modelId="{733C4784-6EF4-45F7-BB47-0DE520490C60}" type="pres">
      <dgm:prSet presAssocID="{2AB61291-2E1A-4370-871D-502121B7C67A}" presName="sibSpaceTwo" presStyleCnt="0"/>
      <dgm:spPr/>
    </dgm:pt>
    <dgm:pt modelId="{6A594AB5-88D6-4C83-9487-A1F7211869B6}" type="pres">
      <dgm:prSet presAssocID="{3E4F6F84-1A9A-4F1D-AA0C-1D75A2C48B64}" presName="vertTwo" presStyleCnt="0"/>
      <dgm:spPr/>
    </dgm:pt>
    <dgm:pt modelId="{3BDF3E54-0D61-415F-B99A-0640205C3F35}" type="pres">
      <dgm:prSet presAssocID="{3E4F6F84-1A9A-4F1D-AA0C-1D75A2C48B64}" presName="txTwo" presStyleLbl="node2" presStyleIdx="5" presStyleCnt="7" custScaleX="184989">
        <dgm:presLayoutVars>
          <dgm:chPref val="3"/>
        </dgm:presLayoutVars>
      </dgm:prSet>
      <dgm:spPr/>
    </dgm:pt>
    <dgm:pt modelId="{B211B219-8CFF-420D-AF80-78D25248C878}" type="pres">
      <dgm:prSet presAssocID="{3E4F6F84-1A9A-4F1D-AA0C-1D75A2C48B64}" presName="horzTwo" presStyleCnt="0"/>
      <dgm:spPr/>
    </dgm:pt>
    <dgm:pt modelId="{A4863A89-141F-4707-AAEB-FC530AFB8112}" type="pres">
      <dgm:prSet presAssocID="{4DD6CAF2-F68F-44C4-A308-6232A3664D0E}" presName="sibSpaceTwo" presStyleCnt="0"/>
      <dgm:spPr/>
    </dgm:pt>
    <dgm:pt modelId="{978ECB67-9322-484B-AD56-5CBC98DCC3B1}" type="pres">
      <dgm:prSet presAssocID="{7414FC0B-F339-4D09-98CE-18936D77DB2B}" presName="vertTwo" presStyleCnt="0"/>
      <dgm:spPr/>
    </dgm:pt>
    <dgm:pt modelId="{FF0AFB6B-C30E-404D-B1BD-B4B9844FE8D5}" type="pres">
      <dgm:prSet presAssocID="{7414FC0B-F339-4D09-98CE-18936D77DB2B}" presName="txTwo" presStyleLbl="node2" presStyleIdx="6" presStyleCnt="7" custScaleX="184989">
        <dgm:presLayoutVars>
          <dgm:chPref val="3"/>
        </dgm:presLayoutVars>
      </dgm:prSet>
      <dgm:spPr/>
    </dgm:pt>
    <dgm:pt modelId="{186E9F01-1265-4975-BCA6-BEB57A5418A5}" type="pres">
      <dgm:prSet presAssocID="{7414FC0B-F339-4D09-98CE-18936D77DB2B}" presName="horzTwo" presStyleCnt="0"/>
      <dgm:spPr/>
    </dgm:pt>
  </dgm:ptLst>
  <dgm:cxnLst>
    <dgm:cxn modelId="{9B57B70A-8C4A-46CF-B58D-884CA3004054}" type="presOf" srcId="{8C504E8C-D497-47AA-B8D5-0A687F37E91E}" destId="{9D756A20-E588-474E-B069-8855330D0898}" srcOrd="0" destOrd="0" presId="urn:microsoft.com/office/officeart/2005/8/layout/hierarchy4"/>
    <dgm:cxn modelId="{9FB11B1E-0AFA-43A5-90A8-26773DA2C281}" type="presOf" srcId="{D5D4FF31-80D1-4897-9FAE-CBD4806EC948}" destId="{03194885-A7E2-4E1D-83E7-E1D3D107D1B2}" srcOrd="0" destOrd="0" presId="urn:microsoft.com/office/officeart/2005/8/layout/hierarchy4"/>
    <dgm:cxn modelId="{FEF3832A-7115-4E9C-915D-32616F70DC87}" srcId="{8C504E8C-D497-47AA-B8D5-0A687F37E91E}" destId="{E308B46D-53A3-41AE-9DEF-691D7FB8DCA0}" srcOrd="0" destOrd="0" parTransId="{25D8B1C5-D15E-4373-AF2D-5905A6D52C86}" sibTransId="{D1A0E2CC-4FAD-47FC-BD5B-9A8119FF91EA}"/>
    <dgm:cxn modelId="{8800672F-56CF-4EFC-9A62-9EADD2D4385E}" type="presOf" srcId="{7414FC0B-F339-4D09-98CE-18936D77DB2B}" destId="{FF0AFB6B-C30E-404D-B1BD-B4B9844FE8D5}" srcOrd="0" destOrd="0" presId="urn:microsoft.com/office/officeart/2005/8/layout/hierarchy4"/>
    <dgm:cxn modelId="{FA4ED15D-3D1F-4F39-855A-B03A31617420}" type="presOf" srcId="{3E4F6F84-1A9A-4F1D-AA0C-1D75A2C48B64}" destId="{3BDF3E54-0D61-415F-B99A-0640205C3F35}" srcOrd="0" destOrd="0" presId="urn:microsoft.com/office/officeart/2005/8/layout/hierarchy4"/>
    <dgm:cxn modelId="{B37EEF41-5281-422E-B3C5-7B2D2A9AD271}" srcId="{E308B46D-53A3-41AE-9DEF-691D7FB8DCA0}" destId="{80388958-FDA2-4298-98E3-44F709FE2902}" srcOrd="2" destOrd="0" parTransId="{4A4B1BAD-0342-4423-B143-F76A20365465}" sibTransId="{DDA96881-AC34-409D-9366-E5DF7DD34E75}"/>
    <dgm:cxn modelId="{881B3462-C07F-4A14-B612-CCA28F64B2DA}" type="presOf" srcId="{E308B46D-53A3-41AE-9DEF-691D7FB8DCA0}" destId="{29F32D77-7475-461C-A8BF-0EBB01C18425}" srcOrd="0" destOrd="0" presId="urn:microsoft.com/office/officeart/2005/8/layout/hierarchy4"/>
    <dgm:cxn modelId="{6DF40C47-B8D6-4325-A597-B65AD43C8CE4}" srcId="{EA35FD21-A0FC-4BE7-8DEC-1B1A31811847}" destId="{8678ADCF-C766-4F96-B154-6A4A4ADBC301}" srcOrd="1" destOrd="0" parTransId="{56636FE5-4C8D-4B65-A5FD-0AA54F52A4A9}" sibTransId="{2AB61291-2E1A-4370-871D-502121B7C67A}"/>
    <dgm:cxn modelId="{FC18264B-3264-4170-9A52-D919E5370FC3}" type="presOf" srcId="{84C1DC05-C654-446D-A878-F77A32ACF1E9}" destId="{D69209A7-ADE6-49C0-ABDD-D914A5CE2693}" srcOrd="0" destOrd="0" presId="urn:microsoft.com/office/officeart/2005/8/layout/hierarchy4"/>
    <dgm:cxn modelId="{135FB64D-E793-4185-939F-A25B6752431B}" srcId="{EA35FD21-A0FC-4BE7-8DEC-1B1A31811847}" destId="{3E4F6F84-1A9A-4F1D-AA0C-1D75A2C48B64}" srcOrd="2" destOrd="0" parTransId="{091D3E42-426B-4616-A0D7-4F2B53C864EB}" sibTransId="{4DD6CAF2-F68F-44C4-A308-6232A3664D0E}"/>
    <dgm:cxn modelId="{65A8918E-9DF0-4E00-A11B-DA4984622659}" type="presOf" srcId="{EC5001D1-1539-42E0-9F53-FB12D74A0F09}" destId="{AFAC34A9-E1BB-49A6-BDCA-EF9CA96369CB}" srcOrd="0" destOrd="0" presId="urn:microsoft.com/office/officeart/2005/8/layout/hierarchy4"/>
    <dgm:cxn modelId="{DF20AD9C-E642-4D91-8947-950915D5C91A}" srcId="{EA35FD21-A0FC-4BE7-8DEC-1B1A31811847}" destId="{7414FC0B-F339-4D09-98CE-18936D77DB2B}" srcOrd="3" destOrd="0" parTransId="{0476A54B-8319-4F6F-9F30-9D8DD92AABE9}" sibTransId="{EFF735C9-B803-446D-8071-F886AD35EF98}"/>
    <dgm:cxn modelId="{DBA7589E-6FEC-4F53-8DFB-A766811EE5CD}" srcId="{8C504E8C-D497-47AA-B8D5-0A687F37E91E}" destId="{EA35FD21-A0FC-4BE7-8DEC-1B1A31811847}" srcOrd="1" destOrd="0" parTransId="{A80135CD-894C-4D2F-A80C-ACC87682C708}" sibTransId="{3F1D7EF3-B65D-4428-B0CC-23468CAB13C8}"/>
    <dgm:cxn modelId="{FC97ADA2-C076-48AA-AA8D-7BA3882F93F8}" srcId="{EA35FD21-A0FC-4BE7-8DEC-1B1A31811847}" destId="{84C1DC05-C654-446D-A878-F77A32ACF1E9}" srcOrd="0" destOrd="0" parTransId="{8F73A178-442A-45F8-9154-980EB400D437}" sibTransId="{39E7A7E7-7E08-48B7-AAE4-649B10EA4E35}"/>
    <dgm:cxn modelId="{ACBBE4C1-B7CA-4E47-BE27-14C8C20B86F7}" type="presOf" srcId="{80388958-FDA2-4298-98E3-44F709FE2902}" destId="{2A2A9CE5-AB98-403A-A670-90075966D1B8}" srcOrd="0" destOrd="0" presId="urn:microsoft.com/office/officeart/2005/8/layout/hierarchy4"/>
    <dgm:cxn modelId="{B7E717D0-574B-44A5-9141-7A6D2022D19B}" srcId="{E308B46D-53A3-41AE-9DEF-691D7FB8DCA0}" destId="{EC5001D1-1539-42E0-9F53-FB12D74A0F09}" srcOrd="1" destOrd="0" parTransId="{C7F30D29-A7FC-48F3-9E95-48853B9321B8}" sibTransId="{28910485-333F-492F-9802-B74F8FF13BDC}"/>
    <dgm:cxn modelId="{E84D35D5-81A5-4903-ADB9-70E791436637}" srcId="{E308B46D-53A3-41AE-9DEF-691D7FB8DCA0}" destId="{D5D4FF31-80D1-4897-9FAE-CBD4806EC948}" srcOrd="0" destOrd="0" parTransId="{3A6387DF-D4A0-4DEC-8BAE-1C863E4D5128}" sibTransId="{4B845AD3-1892-405F-BC6B-0A70107B5BF9}"/>
    <dgm:cxn modelId="{071FCAEF-1449-4ABC-B536-D2A554EBFAD2}" type="presOf" srcId="{8678ADCF-C766-4F96-B154-6A4A4ADBC301}" destId="{EC59A410-8B0E-4882-B216-585AA881E7DD}" srcOrd="0" destOrd="0" presId="urn:microsoft.com/office/officeart/2005/8/layout/hierarchy4"/>
    <dgm:cxn modelId="{D01B9BF5-881E-4CA3-8470-57271384BCEB}" type="presOf" srcId="{EA35FD21-A0FC-4BE7-8DEC-1B1A31811847}" destId="{B08B139D-0015-469B-B9FB-1284BB147808}" srcOrd="0" destOrd="0" presId="urn:microsoft.com/office/officeart/2005/8/layout/hierarchy4"/>
    <dgm:cxn modelId="{1FB88723-F50B-4AA7-B2DB-F5CEF884CA4B}" type="presParOf" srcId="{9D756A20-E588-474E-B069-8855330D0898}" destId="{4C3D5264-3E70-4154-9F0A-BBCA53AA512F}" srcOrd="0" destOrd="0" presId="urn:microsoft.com/office/officeart/2005/8/layout/hierarchy4"/>
    <dgm:cxn modelId="{7DEC3AF4-CF88-4ABC-B652-58DC04DF2F7A}" type="presParOf" srcId="{4C3D5264-3E70-4154-9F0A-BBCA53AA512F}" destId="{29F32D77-7475-461C-A8BF-0EBB01C18425}" srcOrd="0" destOrd="0" presId="urn:microsoft.com/office/officeart/2005/8/layout/hierarchy4"/>
    <dgm:cxn modelId="{EB1CCAFD-9BD3-4CAC-A2B7-E6F07931CBAE}" type="presParOf" srcId="{4C3D5264-3E70-4154-9F0A-BBCA53AA512F}" destId="{F1752409-C9C4-4A6D-A272-2290395D7B2A}" srcOrd="1" destOrd="0" presId="urn:microsoft.com/office/officeart/2005/8/layout/hierarchy4"/>
    <dgm:cxn modelId="{AEA8D9F4-5E98-4831-8D5B-1EDE205D8B8A}" type="presParOf" srcId="{4C3D5264-3E70-4154-9F0A-BBCA53AA512F}" destId="{37994AE8-3366-4E02-84AC-8DA488ACFAAF}" srcOrd="2" destOrd="0" presId="urn:microsoft.com/office/officeart/2005/8/layout/hierarchy4"/>
    <dgm:cxn modelId="{C71CD7BA-A3D9-4D0C-B7D9-824501FC63E5}" type="presParOf" srcId="{37994AE8-3366-4E02-84AC-8DA488ACFAAF}" destId="{9045ABC8-E659-4642-A13A-30B68B175070}" srcOrd="0" destOrd="0" presId="urn:microsoft.com/office/officeart/2005/8/layout/hierarchy4"/>
    <dgm:cxn modelId="{DC1AF632-1AF2-443D-B7E0-B436680CB623}" type="presParOf" srcId="{9045ABC8-E659-4642-A13A-30B68B175070}" destId="{03194885-A7E2-4E1D-83E7-E1D3D107D1B2}" srcOrd="0" destOrd="0" presId="urn:microsoft.com/office/officeart/2005/8/layout/hierarchy4"/>
    <dgm:cxn modelId="{C3D8A956-0003-4D25-9095-9354B9BF8692}" type="presParOf" srcId="{9045ABC8-E659-4642-A13A-30B68B175070}" destId="{7B4137E0-BFFE-4969-8FD7-97ED3570108F}" srcOrd="1" destOrd="0" presId="urn:microsoft.com/office/officeart/2005/8/layout/hierarchy4"/>
    <dgm:cxn modelId="{927A9F7D-E74B-4460-9EC0-177C47629257}" type="presParOf" srcId="{37994AE8-3366-4E02-84AC-8DA488ACFAAF}" destId="{74464771-92C3-456E-8A1D-E1181559673E}" srcOrd="1" destOrd="0" presId="urn:microsoft.com/office/officeart/2005/8/layout/hierarchy4"/>
    <dgm:cxn modelId="{D736FD98-C5DF-4145-BF42-5C942B8C0CD6}" type="presParOf" srcId="{37994AE8-3366-4E02-84AC-8DA488ACFAAF}" destId="{CC353F54-E21F-4C8F-9215-20E972EF3021}" srcOrd="2" destOrd="0" presId="urn:microsoft.com/office/officeart/2005/8/layout/hierarchy4"/>
    <dgm:cxn modelId="{5BC6ADCA-4FD1-4917-9B99-D4CC73D9B905}" type="presParOf" srcId="{CC353F54-E21F-4C8F-9215-20E972EF3021}" destId="{AFAC34A9-E1BB-49A6-BDCA-EF9CA96369CB}" srcOrd="0" destOrd="0" presId="urn:microsoft.com/office/officeart/2005/8/layout/hierarchy4"/>
    <dgm:cxn modelId="{9AC106F3-78DC-4A8B-A327-E685172F1963}" type="presParOf" srcId="{CC353F54-E21F-4C8F-9215-20E972EF3021}" destId="{1A7E509E-19A8-4DAA-9B5D-0079B4D0ACFC}" srcOrd="1" destOrd="0" presId="urn:microsoft.com/office/officeart/2005/8/layout/hierarchy4"/>
    <dgm:cxn modelId="{355371EE-683F-4452-922B-AF140467C05E}" type="presParOf" srcId="{37994AE8-3366-4E02-84AC-8DA488ACFAAF}" destId="{2CEF9EDC-1DF9-43F2-94A9-FDD3AB7A50A2}" srcOrd="3" destOrd="0" presId="urn:microsoft.com/office/officeart/2005/8/layout/hierarchy4"/>
    <dgm:cxn modelId="{7F2C120C-4EC9-472B-B87F-738C0AA93066}" type="presParOf" srcId="{37994AE8-3366-4E02-84AC-8DA488ACFAAF}" destId="{C0C1334E-3E7F-4766-A14D-3A22BE5E0FFE}" srcOrd="4" destOrd="0" presId="urn:microsoft.com/office/officeart/2005/8/layout/hierarchy4"/>
    <dgm:cxn modelId="{DF9E047E-B754-42A5-B59A-6F8FF9CA6372}" type="presParOf" srcId="{C0C1334E-3E7F-4766-A14D-3A22BE5E0FFE}" destId="{2A2A9CE5-AB98-403A-A670-90075966D1B8}" srcOrd="0" destOrd="0" presId="urn:microsoft.com/office/officeart/2005/8/layout/hierarchy4"/>
    <dgm:cxn modelId="{53D556FF-27B3-480D-94F0-D2EDDCF36F21}" type="presParOf" srcId="{C0C1334E-3E7F-4766-A14D-3A22BE5E0FFE}" destId="{1C2C151A-739E-4B34-995E-990245CBAF46}" srcOrd="1" destOrd="0" presId="urn:microsoft.com/office/officeart/2005/8/layout/hierarchy4"/>
    <dgm:cxn modelId="{049E1686-5943-4313-9E38-1321C593E4EA}" type="presParOf" srcId="{9D756A20-E588-474E-B069-8855330D0898}" destId="{7F9ACCA6-B069-423B-A9C5-EE2D3713F328}" srcOrd="1" destOrd="0" presId="urn:microsoft.com/office/officeart/2005/8/layout/hierarchy4"/>
    <dgm:cxn modelId="{4C01E5A6-0EDA-4702-BE8F-5E9F5D8BF84A}" type="presParOf" srcId="{9D756A20-E588-474E-B069-8855330D0898}" destId="{F1A79610-D345-4368-B38B-7FFD08A61931}" srcOrd="2" destOrd="0" presId="urn:microsoft.com/office/officeart/2005/8/layout/hierarchy4"/>
    <dgm:cxn modelId="{38DFD299-6114-424E-8369-8A036A5FAA2E}" type="presParOf" srcId="{F1A79610-D345-4368-B38B-7FFD08A61931}" destId="{B08B139D-0015-469B-B9FB-1284BB147808}" srcOrd="0" destOrd="0" presId="urn:microsoft.com/office/officeart/2005/8/layout/hierarchy4"/>
    <dgm:cxn modelId="{273834D8-909E-48BF-8BC4-39E82C62664D}" type="presParOf" srcId="{F1A79610-D345-4368-B38B-7FFD08A61931}" destId="{E82418E0-8462-458C-A698-725EEBD96460}" srcOrd="1" destOrd="0" presId="urn:microsoft.com/office/officeart/2005/8/layout/hierarchy4"/>
    <dgm:cxn modelId="{BA6D78C9-DE73-4A31-B893-DCFBB0E8D9E1}" type="presParOf" srcId="{F1A79610-D345-4368-B38B-7FFD08A61931}" destId="{8FAA7C33-B857-4E55-8028-EAC43328E132}" srcOrd="2" destOrd="0" presId="urn:microsoft.com/office/officeart/2005/8/layout/hierarchy4"/>
    <dgm:cxn modelId="{CFE01CF5-9CD9-47C0-AA3D-230D76A9991A}" type="presParOf" srcId="{8FAA7C33-B857-4E55-8028-EAC43328E132}" destId="{71ABBB76-F2A4-41B0-A414-56EED0B5C25F}" srcOrd="0" destOrd="0" presId="urn:microsoft.com/office/officeart/2005/8/layout/hierarchy4"/>
    <dgm:cxn modelId="{AAB39E6F-54A0-420B-A867-86E8152DA57D}" type="presParOf" srcId="{71ABBB76-F2A4-41B0-A414-56EED0B5C25F}" destId="{D69209A7-ADE6-49C0-ABDD-D914A5CE2693}" srcOrd="0" destOrd="0" presId="urn:microsoft.com/office/officeart/2005/8/layout/hierarchy4"/>
    <dgm:cxn modelId="{150A8CB0-B6E5-418A-8AC1-6659C1E00110}" type="presParOf" srcId="{71ABBB76-F2A4-41B0-A414-56EED0B5C25F}" destId="{0AA26552-CFA0-45BE-BFB0-D7E8FF2B620F}" srcOrd="1" destOrd="0" presId="urn:microsoft.com/office/officeart/2005/8/layout/hierarchy4"/>
    <dgm:cxn modelId="{C5A9CF20-5A54-404D-AB59-F3EAF3D3D8B0}" type="presParOf" srcId="{8FAA7C33-B857-4E55-8028-EAC43328E132}" destId="{90BCF1BB-EF22-4780-BD55-5CCAD5097B1D}" srcOrd="1" destOrd="0" presId="urn:microsoft.com/office/officeart/2005/8/layout/hierarchy4"/>
    <dgm:cxn modelId="{E433578C-1660-4B10-8116-331FAC326017}" type="presParOf" srcId="{8FAA7C33-B857-4E55-8028-EAC43328E132}" destId="{E0AF5E9F-39FF-4437-8D17-5C9793570E6B}" srcOrd="2" destOrd="0" presId="urn:microsoft.com/office/officeart/2005/8/layout/hierarchy4"/>
    <dgm:cxn modelId="{8F0740BD-DF7B-480B-A8E9-016E861B95EA}" type="presParOf" srcId="{E0AF5E9F-39FF-4437-8D17-5C9793570E6B}" destId="{EC59A410-8B0E-4882-B216-585AA881E7DD}" srcOrd="0" destOrd="0" presId="urn:microsoft.com/office/officeart/2005/8/layout/hierarchy4"/>
    <dgm:cxn modelId="{EC4065FB-756E-4298-B9C7-489FE7852CD2}" type="presParOf" srcId="{E0AF5E9F-39FF-4437-8D17-5C9793570E6B}" destId="{9963175D-0A7E-4716-AA53-C9180AEDEC55}" srcOrd="1" destOrd="0" presId="urn:microsoft.com/office/officeart/2005/8/layout/hierarchy4"/>
    <dgm:cxn modelId="{219C81D9-8EE2-43F5-9AA0-DE97B00CAC0C}" type="presParOf" srcId="{8FAA7C33-B857-4E55-8028-EAC43328E132}" destId="{733C4784-6EF4-45F7-BB47-0DE520490C60}" srcOrd="3" destOrd="0" presId="urn:microsoft.com/office/officeart/2005/8/layout/hierarchy4"/>
    <dgm:cxn modelId="{5DC24197-8955-48EC-A879-0E80E292FAC8}" type="presParOf" srcId="{8FAA7C33-B857-4E55-8028-EAC43328E132}" destId="{6A594AB5-88D6-4C83-9487-A1F7211869B6}" srcOrd="4" destOrd="0" presId="urn:microsoft.com/office/officeart/2005/8/layout/hierarchy4"/>
    <dgm:cxn modelId="{4AF3CB19-105D-4452-9CC5-78F4877608F2}" type="presParOf" srcId="{6A594AB5-88D6-4C83-9487-A1F7211869B6}" destId="{3BDF3E54-0D61-415F-B99A-0640205C3F35}" srcOrd="0" destOrd="0" presId="urn:microsoft.com/office/officeart/2005/8/layout/hierarchy4"/>
    <dgm:cxn modelId="{D634C35A-B6EC-4FCB-A735-8AD695C597E7}" type="presParOf" srcId="{6A594AB5-88D6-4C83-9487-A1F7211869B6}" destId="{B211B219-8CFF-420D-AF80-78D25248C878}" srcOrd="1" destOrd="0" presId="urn:microsoft.com/office/officeart/2005/8/layout/hierarchy4"/>
    <dgm:cxn modelId="{A9E4DE96-882B-47D1-98D8-B86FA61A4E7F}" type="presParOf" srcId="{8FAA7C33-B857-4E55-8028-EAC43328E132}" destId="{A4863A89-141F-4707-AAEB-FC530AFB8112}" srcOrd="5" destOrd="0" presId="urn:microsoft.com/office/officeart/2005/8/layout/hierarchy4"/>
    <dgm:cxn modelId="{CEEFCD1E-C3D2-4DCC-AA75-4C68C65FFA42}" type="presParOf" srcId="{8FAA7C33-B857-4E55-8028-EAC43328E132}" destId="{978ECB67-9322-484B-AD56-5CBC98DCC3B1}" srcOrd="6" destOrd="0" presId="urn:microsoft.com/office/officeart/2005/8/layout/hierarchy4"/>
    <dgm:cxn modelId="{36250760-9559-4205-9A7C-3102C00A804D}" type="presParOf" srcId="{978ECB67-9322-484B-AD56-5CBC98DCC3B1}" destId="{FF0AFB6B-C30E-404D-B1BD-B4B9844FE8D5}" srcOrd="0" destOrd="0" presId="urn:microsoft.com/office/officeart/2005/8/layout/hierarchy4"/>
    <dgm:cxn modelId="{3462A6B3-6639-4E8B-8FBB-74C1AAC55D06}" type="presParOf" srcId="{978ECB67-9322-484B-AD56-5CBC98DCC3B1}" destId="{186E9F01-1265-4975-BCA6-BEB57A5418A5}"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504E8C-D497-47AA-B8D5-0A687F37E91E}" type="doc">
      <dgm:prSet loTypeId="urn:microsoft.com/office/officeart/2005/8/layout/hierarchy4" loCatId="relationship" qsTypeId="urn:microsoft.com/office/officeart/2005/8/quickstyle/3d3" qsCatId="3D" csTypeId="urn:microsoft.com/office/officeart/2005/8/colors/colorful2" csCatId="colorful" phldr="1"/>
      <dgm:spPr/>
      <dgm:t>
        <a:bodyPr/>
        <a:lstStyle/>
        <a:p>
          <a:endParaRPr lang="en-US"/>
        </a:p>
      </dgm:t>
    </dgm:pt>
    <dgm:pt modelId="{E308B46D-53A3-41AE-9DEF-691D7FB8DCA0}">
      <dgm:prSet phldrT="[Text]" custT="1"/>
      <dgm:spPr>
        <a:solidFill>
          <a:schemeClr val="accent5">
            <a:lumMod val="75000"/>
          </a:schemeClr>
        </a:solidFill>
      </dgm:spPr>
      <dgm:t>
        <a:bodyPr/>
        <a:lstStyle/>
        <a:p>
          <a:pPr algn="ctr"/>
          <a:r>
            <a:rPr lang="en-US" sz="3200">
              <a:latin typeface="Amazon Ember" panose="02000000000000000000" pitchFamily="2" charset="0"/>
              <a:ea typeface="Amazon Ember" panose="02000000000000000000" pitchFamily="2" charset="0"/>
            </a:rPr>
            <a:t>Amazon Elastic Block Store (Amazon EBS)</a:t>
          </a:r>
        </a:p>
      </dgm:t>
    </dgm:pt>
    <dgm:pt modelId="{25D8B1C5-D15E-4373-AF2D-5905A6D52C86}" type="parTrans" cxnId="{FEF3832A-7115-4E9C-915D-32616F70DC87}">
      <dgm:prSet/>
      <dgm:spPr/>
      <dgm:t>
        <a:bodyPr/>
        <a:lstStyle/>
        <a:p>
          <a:endParaRPr lang="en-US" sz="2000"/>
        </a:p>
      </dgm:t>
    </dgm:pt>
    <dgm:pt modelId="{D1A0E2CC-4FAD-47FC-BD5B-9A8119FF91EA}" type="sibTrans" cxnId="{FEF3832A-7115-4E9C-915D-32616F70DC87}">
      <dgm:prSet/>
      <dgm:spPr/>
      <dgm:t>
        <a:bodyPr/>
        <a:lstStyle/>
        <a:p>
          <a:endParaRPr lang="en-US" sz="2000"/>
        </a:p>
      </dgm:t>
    </dgm:pt>
    <dgm:pt modelId="{4E26D682-05B1-4B70-BE29-325A3C7990AF}">
      <dgm:prSet custT="1"/>
      <dgm:spPr>
        <a:solidFill>
          <a:schemeClr val="accent1">
            <a:lumMod val="75000"/>
            <a:lumOff val="25000"/>
          </a:schemeClr>
        </a:solidFill>
      </dgm:spPr>
      <dgm:t>
        <a:bodyPr/>
        <a:lstStyle/>
        <a:p>
          <a:r>
            <a:rPr lang="it-IT" sz="2400">
              <a:latin typeface="Amazon Ember" panose="02000000000000000000" pitchFamily="2" charset="0"/>
              <a:ea typeface="Amazon Ember" panose="02000000000000000000" pitchFamily="2" charset="0"/>
            </a:rPr>
            <a:t>Provisioned IOPS SSD (io1) volumes</a:t>
          </a:r>
        </a:p>
      </dgm:t>
    </dgm:pt>
    <dgm:pt modelId="{883954C9-6B0E-444B-807C-E56AB954784A}" type="parTrans" cxnId="{64303715-6A5D-44B4-9C99-D961CB06EB8E}">
      <dgm:prSet/>
      <dgm:spPr/>
      <dgm:t>
        <a:bodyPr/>
        <a:lstStyle/>
        <a:p>
          <a:endParaRPr lang="en-US" sz="2000"/>
        </a:p>
      </dgm:t>
    </dgm:pt>
    <dgm:pt modelId="{C33F9F66-2190-417B-BB7C-41EACD9EA675}" type="sibTrans" cxnId="{64303715-6A5D-44B4-9C99-D961CB06EB8E}">
      <dgm:prSet/>
      <dgm:spPr/>
      <dgm:t>
        <a:bodyPr/>
        <a:lstStyle/>
        <a:p>
          <a:endParaRPr lang="en-US" sz="2000"/>
        </a:p>
      </dgm:t>
    </dgm:pt>
    <dgm:pt modelId="{EA3E9DE6-A8CE-4331-8FD6-75808A4A66BB}">
      <dgm:prSet custT="1"/>
      <dgm:spPr>
        <a:solidFill>
          <a:schemeClr val="accent1">
            <a:lumMod val="75000"/>
            <a:lumOff val="25000"/>
          </a:schemeClr>
        </a:solidFill>
      </dgm:spPr>
      <dgm:t>
        <a:bodyPr/>
        <a:lstStyle/>
        <a:p>
          <a:r>
            <a:rPr lang="en-US" sz="2400">
              <a:latin typeface="Amazon Ember" panose="02000000000000000000" pitchFamily="2" charset="0"/>
              <a:ea typeface="Amazon Ember" panose="02000000000000000000" pitchFamily="2" charset="0"/>
            </a:rPr>
            <a:t>General purpose SSD (gp2) volumes</a:t>
          </a:r>
        </a:p>
      </dgm:t>
    </dgm:pt>
    <dgm:pt modelId="{58944EE3-9CAD-4518-B50B-BCACDF43CFCB}" type="parTrans" cxnId="{E35A6F3B-902C-4790-9BA6-5060717AA673}">
      <dgm:prSet/>
      <dgm:spPr/>
      <dgm:t>
        <a:bodyPr/>
        <a:lstStyle/>
        <a:p>
          <a:endParaRPr lang="en-US" sz="2000"/>
        </a:p>
      </dgm:t>
    </dgm:pt>
    <dgm:pt modelId="{9207CD30-E77A-4C3C-ADCB-D2A62A5A4CE1}" type="sibTrans" cxnId="{E35A6F3B-902C-4790-9BA6-5060717AA673}">
      <dgm:prSet/>
      <dgm:spPr/>
      <dgm:t>
        <a:bodyPr/>
        <a:lstStyle/>
        <a:p>
          <a:endParaRPr lang="en-US" sz="2000"/>
        </a:p>
      </dgm:t>
    </dgm:pt>
    <dgm:pt modelId="{EA35FD21-A0FC-4BE7-8DEC-1B1A31811847}">
      <dgm:prSet custT="1"/>
      <dgm:spPr>
        <a:solidFill>
          <a:schemeClr val="accent4">
            <a:lumMod val="50000"/>
          </a:schemeClr>
        </a:solidFill>
      </dgm:spPr>
      <dgm:t>
        <a:bodyPr/>
        <a:lstStyle/>
        <a:p>
          <a:r>
            <a:rPr lang="en-US" sz="3200">
              <a:latin typeface="Amazon Ember" panose="02000000000000000000" pitchFamily="2" charset="0"/>
              <a:ea typeface="Amazon Ember" panose="02000000000000000000" pitchFamily="2" charset="0"/>
            </a:rPr>
            <a:t>Hard disk drives (HDD):</a:t>
          </a:r>
        </a:p>
      </dgm:t>
    </dgm:pt>
    <dgm:pt modelId="{A80135CD-894C-4D2F-A80C-ACC87682C708}" type="parTrans" cxnId="{DBA7589E-6FEC-4F53-8DFB-A766811EE5CD}">
      <dgm:prSet/>
      <dgm:spPr/>
      <dgm:t>
        <a:bodyPr/>
        <a:lstStyle/>
        <a:p>
          <a:endParaRPr lang="en-US" sz="2000"/>
        </a:p>
      </dgm:t>
    </dgm:pt>
    <dgm:pt modelId="{3F1D7EF3-B65D-4428-B0CC-23468CAB13C8}" type="sibTrans" cxnId="{DBA7589E-6FEC-4F53-8DFB-A766811EE5CD}">
      <dgm:prSet/>
      <dgm:spPr/>
      <dgm:t>
        <a:bodyPr/>
        <a:lstStyle/>
        <a:p>
          <a:endParaRPr lang="en-US" sz="2000"/>
        </a:p>
      </dgm:t>
    </dgm:pt>
    <dgm:pt modelId="{96CEF8CC-A4AB-4F7F-96C4-E12B18CF0B23}">
      <dgm:prSet custT="1"/>
      <dgm:spPr>
        <a:solidFill>
          <a:schemeClr val="accent4">
            <a:lumMod val="75000"/>
          </a:schemeClr>
        </a:solidFill>
      </dgm:spPr>
      <dgm:t>
        <a:bodyPr/>
        <a:lstStyle/>
        <a:p>
          <a:r>
            <a:rPr lang="en-US" sz="2400">
              <a:latin typeface="Amazon Ember" panose="02000000000000000000" pitchFamily="2" charset="0"/>
              <a:ea typeface="Amazon Ember" panose="02000000000000000000" pitchFamily="2" charset="0"/>
            </a:rPr>
            <a:t>Throughput optimized HDD (st1) volumes</a:t>
          </a:r>
        </a:p>
      </dgm:t>
    </dgm:pt>
    <dgm:pt modelId="{D3F3703E-E0E8-402D-9D51-324AA4DD92D1}" type="parTrans" cxnId="{39BE7A5B-6162-43F1-A3B6-1AEDE0D04EB9}">
      <dgm:prSet/>
      <dgm:spPr/>
      <dgm:t>
        <a:bodyPr/>
        <a:lstStyle/>
        <a:p>
          <a:endParaRPr lang="en-US" sz="2000"/>
        </a:p>
      </dgm:t>
    </dgm:pt>
    <dgm:pt modelId="{1D27B838-0FFF-439C-A041-CE413FF28A5C}" type="sibTrans" cxnId="{39BE7A5B-6162-43F1-A3B6-1AEDE0D04EB9}">
      <dgm:prSet/>
      <dgm:spPr/>
      <dgm:t>
        <a:bodyPr/>
        <a:lstStyle/>
        <a:p>
          <a:endParaRPr lang="en-US" sz="2000"/>
        </a:p>
      </dgm:t>
    </dgm:pt>
    <dgm:pt modelId="{BF575B08-F484-4382-9459-7FFE81160ED7}">
      <dgm:prSet custT="1"/>
      <dgm:spPr>
        <a:solidFill>
          <a:schemeClr val="accent4">
            <a:lumMod val="75000"/>
          </a:schemeClr>
        </a:solidFill>
      </dgm:spPr>
      <dgm:t>
        <a:bodyPr/>
        <a:lstStyle/>
        <a:p>
          <a:r>
            <a:rPr lang="en-US" sz="2400">
              <a:latin typeface="Amazon Ember" panose="02000000000000000000" pitchFamily="2" charset="0"/>
              <a:ea typeface="Amazon Ember" panose="02000000000000000000" pitchFamily="2" charset="0"/>
            </a:rPr>
            <a:t>Cold HDD (sc1) volumes</a:t>
          </a:r>
        </a:p>
      </dgm:t>
    </dgm:pt>
    <dgm:pt modelId="{3A765264-E6D5-4AA3-B48D-6A4704F0ED30}" type="parTrans" cxnId="{E784839E-23C1-4944-8C03-517D4812E59E}">
      <dgm:prSet/>
      <dgm:spPr/>
      <dgm:t>
        <a:bodyPr/>
        <a:lstStyle/>
        <a:p>
          <a:endParaRPr lang="en-US" sz="2000"/>
        </a:p>
      </dgm:t>
    </dgm:pt>
    <dgm:pt modelId="{DFC7DCE9-3DC6-4242-BEE2-F9D587148605}" type="sibTrans" cxnId="{E784839E-23C1-4944-8C03-517D4812E59E}">
      <dgm:prSet/>
      <dgm:spPr/>
      <dgm:t>
        <a:bodyPr/>
        <a:lstStyle/>
        <a:p>
          <a:endParaRPr lang="en-US" sz="2000"/>
        </a:p>
      </dgm:t>
    </dgm:pt>
    <dgm:pt modelId="{57475933-ACC4-4D88-998F-A6313A4B1CF6}">
      <dgm:prSet phldrT="[Text]" custT="1"/>
      <dgm:spPr>
        <a:solidFill>
          <a:schemeClr val="accent1">
            <a:lumMod val="90000"/>
            <a:lumOff val="10000"/>
          </a:schemeClr>
        </a:solidFill>
      </dgm:spPr>
      <dgm:t>
        <a:bodyPr/>
        <a:lstStyle/>
        <a:p>
          <a:r>
            <a:rPr lang="en-US" sz="3200">
              <a:latin typeface="Amazon Ember" panose="02000000000000000000" pitchFamily="2" charset="0"/>
              <a:ea typeface="Amazon Ember" panose="02000000000000000000" pitchFamily="2" charset="0"/>
            </a:rPr>
            <a:t>Solid state drives (SSD):</a:t>
          </a:r>
        </a:p>
      </dgm:t>
    </dgm:pt>
    <dgm:pt modelId="{0A0DF085-11C3-4802-B585-6D02E395A746}" type="parTrans" cxnId="{7E7C47DC-8488-4B53-B74E-8A26B99D3310}">
      <dgm:prSet/>
      <dgm:spPr/>
      <dgm:t>
        <a:bodyPr/>
        <a:lstStyle/>
        <a:p>
          <a:endParaRPr lang="en-US"/>
        </a:p>
      </dgm:t>
    </dgm:pt>
    <dgm:pt modelId="{9B8B67AC-90B7-4208-8EC4-917712638E1B}" type="sibTrans" cxnId="{7E7C47DC-8488-4B53-B74E-8A26B99D3310}">
      <dgm:prSet/>
      <dgm:spPr/>
      <dgm:t>
        <a:bodyPr/>
        <a:lstStyle/>
        <a:p>
          <a:endParaRPr lang="en-US"/>
        </a:p>
      </dgm:t>
    </dgm:pt>
    <dgm:pt modelId="{891C8C89-1621-41EA-9E39-2ECBA4762600}" type="pres">
      <dgm:prSet presAssocID="{8C504E8C-D497-47AA-B8D5-0A687F37E91E}" presName="Name0" presStyleCnt="0">
        <dgm:presLayoutVars>
          <dgm:chPref val="1"/>
          <dgm:dir/>
          <dgm:animOne val="branch"/>
          <dgm:animLvl val="lvl"/>
          <dgm:resizeHandles/>
        </dgm:presLayoutVars>
      </dgm:prSet>
      <dgm:spPr/>
    </dgm:pt>
    <dgm:pt modelId="{EA198688-EB6E-4ED5-B4A6-418451EC19FE}" type="pres">
      <dgm:prSet presAssocID="{E308B46D-53A3-41AE-9DEF-691D7FB8DCA0}" presName="vertOne" presStyleCnt="0"/>
      <dgm:spPr/>
    </dgm:pt>
    <dgm:pt modelId="{E615D98B-F13E-41E9-8EB1-D8002C68A299}" type="pres">
      <dgm:prSet presAssocID="{E308B46D-53A3-41AE-9DEF-691D7FB8DCA0}" presName="txOne" presStyleLbl="node0" presStyleIdx="0" presStyleCnt="1">
        <dgm:presLayoutVars>
          <dgm:chPref val="3"/>
        </dgm:presLayoutVars>
      </dgm:prSet>
      <dgm:spPr/>
    </dgm:pt>
    <dgm:pt modelId="{D303B043-58EA-4810-943F-E792FB7456FC}" type="pres">
      <dgm:prSet presAssocID="{E308B46D-53A3-41AE-9DEF-691D7FB8DCA0}" presName="parTransOne" presStyleCnt="0"/>
      <dgm:spPr/>
    </dgm:pt>
    <dgm:pt modelId="{3BFF2FED-33D7-4459-83A4-1EEF8D10D87D}" type="pres">
      <dgm:prSet presAssocID="{E308B46D-53A3-41AE-9DEF-691D7FB8DCA0}" presName="horzOne" presStyleCnt="0"/>
      <dgm:spPr/>
    </dgm:pt>
    <dgm:pt modelId="{E89A3BF0-73D6-462B-B13B-0D16971F0D22}" type="pres">
      <dgm:prSet presAssocID="{57475933-ACC4-4D88-998F-A6313A4B1CF6}" presName="vertTwo" presStyleCnt="0"/>
      <dgm:spPr/>
    </dgm:pt>
    <dgm:pt modelId="{61ED75AC-B5B9-4EEF-BD29-0982B35C836F}" type="pres">
      <dgm:prSet presAssocID="{57475933-ACC4-4D88-998F-A6313A4B1CF6}" presName="txTwo" presStyleLbl="node2" presStyleIdx="0" presStyleCnt="2">
        <dgm:presLayoutVars>
          <dgm:chPref val="3"/>
        </dgm:presLayoutVars>
      </dgm:prSet>
      <dgm:spPr/>
    </dgm:pt>
    <dgm:pt modelId="{0C6D5DAF-CE71-470C-9EB1-2BB3D28B5311}" type="pres">
      <dgm:prSet presAssocID="{57475933-ACC4-4D88-998F-A6313A4B1CF6}" presName="parTransTwo" presStyleCnt="0"/>
      <dgm:spPr/>
    </dgm:pt>
    <dgm:pt modelId="{FFFFB9A1-DBD3-448B-87FF-FFFADF86AEB3}" type="pres">
      <dgm:prSet presAssocID="{57475933-ACC4-4D88-998F-A6313A4B1CF6}" presName="horzTwo" presStyleCnt="0"/>
      <dgm:spPr/>
    </dgm:pt>
    <dgm:pt modelId="{A286ACCF-32FC-4F68-9F29-9D37479CA18D}" type="pres">
      <dgm:prSet presAssocID="{4E26D682-05B1-4B70-BE29-325A3C7990AF}" presName="vertThree" presStyleCnt="0"/>
      <dgm:spPr/>
    </dgm:pt>
    <dgm:pt modelId="{236ED3B3-EDA9-440A-8EF4-E53DEE854951}" type="pres">
      <dgm:prSet presAssocID="{4E26D682-05B1-4B70-BE29-325A3C7990AF}" presName="txThree" presStyleLbl="node3" presStyleIdx="0" presStyleCnt="4">
        <dgm:presLayoutVars>
          <dgm:chPref val="3"/>
        </dgm:presLayoutVars>
      </dgm:prSet>
      <dgm:spPr/>
    </dgm:pt>
    <dgm:pt modelId="{03324B71-548C-45A2-A53E-0280531C3E18}" type="pres">
      <dgm:prSet presAssocID="{4E26D682-05B1-4B70-BE29-325A3C7990AF}" presName="horzThree" presStyleCnt="0"/>
      <dgm:spPr/>
    </dgm:pt>
    <dgm:pt modelId="{68B685F3-8487-4AE2-854A-58DE2980DF42}" type="pres">
      <dgm:prSet presAssocID="{C33F9F66-2190-417B-BB7C-41EACD9EA675}" presName="sibSpaceThree" presStyleCnt="0"/>
      <dgm:spPr/>
    </dgm:pt>
    <dgm:pt modelId="{9B3F745C-8732-420C-A93F-F4D4843D86EC}" type="pres">
      <dgm:prSet presAssocID="{EA3E9DE6-A8CE-4331-8FD6-75808A4A66BB}" presName="vertThree" presStyleCnt="0"/>
      <dgm:spPr/>
    </dgm:pt>
    <dgm:pt modelId="{022FDDD7-C7A9-4B9D-B955-7A3C3004729B}" type="pres">
      <dgm:prSet presAssocID="{EA3E9DE6-A8CE-4331-8FD6-75808A4A66BB}" presName="txThree" presStyleLbl="node3" presStyleIdx="1" presStyleCnt="4">
        <dgm:presLayoutVars>
          <dgm:chPref val="3"/>
        </dgm:presLayoutVars>
      </dgm:prSet>
      <dgm:spPr/>
    </dgm:pt>
    <dgm:pt modelId="{009D77BF-5B0B-4066-ACF1-9EEB82CCF0F5}" type="pres">
      <dgm:prSet presAssocID="{EA3E9DE6-A8CE-4331-8FD6-75808A4A66BB}" presName="horzThree" presStyleCnt="0"/>
      <dgm:spPr/>
    </dgm:pt>
    <dgm:pt modelId="{6FF014F8-866B-4ED9-812F-9AB5513653A3}" type="pres">
      <dgm:prSet presAssocID="{9B8B67AC-90B7-4208-8EC4-917712638E1B}" presName="sibSpaceTwo" presStyleCnt="0"/>
      <dgm:spPr/>
    </dgm:pt>
    <dgm:pt modelId="{663A4CA0-A283-46E7-B2F4-AA733B891BBE}" type="pres">
      <dgm:prSet presAssocID="{EA35FD21-A0FC-4BE7-8DEC-1B1A31811847}" presName="vertTwo" presStyleCnt="0"/>
      <dgm:spPr/>
    </dgm:pt>
    <dgm:pt modelId="{FC30B523-C298-40D7-B1C9-570F5DE94796}" type="pres">
      <dgm:prSet presAssocID="{EA35FD21-A0FC-4BE7-8DEC-1B1A31811847}" presName="txTwo" presStyleLbl="node2" presStyleIdx="1" presStyleCnt="2">
        <dgm:presLayoutVars>
          <dgm:chPref val="3"/>
        </dgm:presLayoutVars>
      </dgm:prSet>
      <dgm:spPr/>
    </dgm:pt>
    <dgm:pt modelId="{832E322F-6E51-4863-B88A-E5905027EEB0}" type="pres">
      <dgm:prSet presAssocID="{EA35FD21-A0FC-4BE7-8DEC-1B1A31811847}" presName="parTransTwo" presStyleCnt="0"/>
      <dgm:spPr/>
    </dgm:pt>
    <dgm:pt modelId="{4AD7F532-5AF5-4358-89C3-F526D13BFF46}" type="pres">
      <dgm:prSet presAssocID="{EA35FD21-A0FC-4BE7-8DEC-1B1A31811847}" presName="horzTwo" presStyleCnt="0"/>
      <dgm:spPr/>
    </dgm:pt>
    <dgm:pt modelId="{69DC48A5-B43A-4A6E-8D2A-86224DC8FA40}" type="pres">
      <dgm:prSet presAssocID="{96CEF8CC-A4AB-4F7F-96C4-E12B18CF0B23}" presName="vertThree" presStyleCnt="0"/>
      <dgm:spPr/>
    </dgm:pt>
    <dgm:pt modelId="{94F19BBC-1AF9-4942-A0A9-D920DDED3ED2}" type="pres">
      <dgm:prSet presAssocID="{96CEF8CC-A4AB-4F7F-96C4-E12B18CF0B23}" presName="txThree" presStyleLbl="node3" presStyleIdx="2" presStyleCnt="4">
        <dgm:presLayoutVars>
          <dgm:chPref val="3"/>
        </dgm:presLayoutVars>
      </dgm:prSet>
      <dgm:spPr/>
    </dgm:pt>
    <dgm:pt modelId="{70E12C30-5F94-410E-AD7A-3ABCEF0CDA6D}" type="pres">
      <dgm:prSet presAssocID="{96CEF8CC-A4AB-4F7F-96C4-E12B18CF0B23}" presName="horzThree" presStyleCnt="0"/>
      <dgm:spPr/>
    </dgm:pt>
    <dgm:pt modelId="{FF4CF8FA-C739-4C4C-90B2-B4198DB54153}" type="pres">
      <dgm:prSet presAssocID="{1D27B838-0FFF-439C-A041-CE413FF28A5C}" presName="sibSpaceThree" presStyleCnt="0"/>
      <dgm:spPr/>
    </dgm:pt>
    <dgm:pt modelId="{F605691C-7444-43B8-8DB9-FAD91FB349B5}" type="pres">
      <dgm:prSet presAssocID="{BF575B08-F484-4382-9459-7FFE81160ED7}" presName="vertThree" presStyleCnt="0"/>
      <dgm:spPr/>
    </dgm:pt>
    <dgm:pt modelId="{50D334F9-B37F-4963-97F5-BDFDABAC304D}" type="pres">
      <dgm:prSet presAssocID="{BF575B08-F484-4382-9459-7FFE81160ED7}" presName="txThree" presStyleLbl="node3" presStyleIdx="3" presStyleCnt="4">
        <dgm:presLayoutVars>
          <dgm:chPref val="3"/>
        </dgm:presLayoutVars>
      </dgm:prSet>
      <dgm:spPr/>
    </dgm:pt>
    <dgm:pt modelId="{72854E99-6659-4EF6-B234-515C5EE5F882}" type="pres">
      <dgm:prSet presAssocID="{BF575B08-F484-4382-9459-7FFE81160ED7}" presName="horzThree" presStyleCnt="0"/>
      <dgm:spPr/>
    </dgm:pt>
  </dgm:ptLst>
  <dgm:cxnLst>
    <dgm:cxn modelId="{64303715-6A5D-44B4-9C99-D961CB06EB8E}" srcId="{57475933-ACC4-4D88-998F-A6313A4B1CF6}" destId="{4E26D682-05B1-4B70-BE29-325A3C7990AF}" srcOrd="0" destOrd="0" parTransId="{883954C9-6B0E-444B-807C-E56AB954784A}" sibTransId="{C33F9F66-2190-417B-BB7C-41EACD9EA675}"/>
    <dgm:cxn modelId="{5D109320-1498-42E8-85E2-3ACA22EEEBB6}" type="presOf" srcId="{BF575B08-F484-4382-9459-7FFE81160ED7}" destId="{50D334F9-B37F-4963-97F5-BDFDABAC304D}" srcOrd="0" destOrd="0" presId="urn:microsoft.com/office/officeart/2005/8/layout/hierarchy4"/>
    <dgm:cxn modelId="{B23D0129-6E4E-419F-BC69-02B1679C5DB5}" type="presOf" srcId="{EA35FD21-A0FC-4BE7-8DEC-1B1A31811847}" destId="{FC30B523-C298-40D7-B1C9-570F5DE94796}" srcOrd="0" destOrd="0" presId="urn:microsoft.com/office/officeart/2005/8/layout/hierarchy4"/>
    <dgm:cxn modelId="{F5424C2A-932B-4918-B929-0AF0006DF747}" type="presOf" srcId="{8C504E8C-D497-47AA-B8D5-0A687F37E91E}" destId="{891C8C89-1621-41EA-9E39-2ECBA4762600}" srcOrd="0" destOrd="0" presId="urn:microsoft.com/office/officeart/2005/8/layout/hierarchy4"/>
    <dgm:cxn modelId="{FEF3832A-7115-4E9C-915D-32616F70DC87}" srcId="{8C504E8C-D497-47AA-B8D5-0A687F37E91E}" destId="{E308B46D-53A3-41AE-9DEF-691D7FB8DCA0}" srcOrd="0" destOrd="0" parTransId="{25D8B1C5-D15E-4373-AF2D-5905A6D52C86}" sibTransId="{D1A0E2CC-4FAD-47FC-BD5B-9A8119FF91EA}"/>
    <dgm:cxn modelId="{E35A6F3B-902C-4790-9BA6-5060717AA673}" srcId="{57475933-ACC4-4D88-998F-A6313A4B1CF6}" destId="{EA3E9DE6-A8CE-4331-8FD6-75808A4A66BB}" srcOrd="1" destOrd="0" parTransId="{58944EE3-9CAD-4518-B50B-BCACDF43CFCB}" sibTransId="{9207CD30-E77A-4C3C-ADCB-D2A62A5A4CE1}"/>
    <dgm:cxn modelId="{39BE7A5B-6162-43F1-A3B6-1AEDE0D04EB9}" srcId="{EA35FD21-A0FC-4BE7-8DEC-1B1A31811847}" destId="{96CEF8CC-A4AB-4F7F-96C4-E12B18CF0B23}" srcOrd="0" destOrd="0" parTransId="{D3F3703E-E0E8-402D-9D51-324AA4DD92D1}" sibTransId="{1D27B838-0FFF-439C-A041-CE413FF28A5C}"/>
    <dgm:cxn modelId="{38F01A81-CB92-4B73-968A-408D2DC1FAF6}" type="presOf" srcId="{EA3E9DE6-A8CE-4331-8FD6-75808A4A66BB}" destId="{022FDDD7-C7A9-4B9D-B955-7A3C3004729B}" srcOrd="0" destOrd="0" presId="urn:microsoft.com/office/officeart/2005/8/layout/hierarchy4"/>
    <dgm:cxn modelId="{DBA7589E-6FEC-4F53-8DFB-A766811EE5CD}" srcId="{E308B46D-53A3-41AE-9DEF-691D7FB8DCA0}" destId="{EA35FD21-A0FC-4BE7-8DEC-1B1A31811847}" srcOrd="1" destOrd="0" parTransId="{A80135CD-894C-4D2F-A80C-ACC87682C708}" sibTransId="{3F1D7EF3-B65D-4428-B0CC-23468CAB13C8}"/>
    <dgm:cxn modelId="{E784839E-23C1-4944-8C03-517D4812E59E}" srcId="{EA35FD21-A0FC-4BE7-8DEC-1B1A31811847}" destId="{BF575B08-F484-4382-9459-7FFE81160ED7}" srcOrd="1" destOrd="0" parTransId="{3A765264-E6D5-4AA3-B48D-6A4704F0ED30}" sibTransId="{DFC7DCE9-3DC6-4242-BEE2-F9D587148605}"/>
    <dgm:cxn modelId="{E514F7A4-782A-4C74-A91C-0CCA560C236E}" type="presOf" srcId="{4E26D682-05B1-4B70-BE29-325A3C7990AF}" destId="{236ED3B3-EDA9-440A-8EF4-E53DEE854951}" srcOrd="0" destOrd="0" presId="urn:microsoft.com/office/officeart/2005/8/layout/hierarchy4"/>
    <dgm:cxn modelId="{45507CB1-8FD3-4F04-81AC-46071EEDF2A3}" type="presOf" srcId="{E308B46D-53A3-41AE-9DEF-691D7FB8DCA0}" destId="{E615D98B-F13E-41E9-8EB1-D8002C68A299}" srcOrd="0" destOrd="0" presId="urn:microsoft.com/office/officeart/2005/8/layout/hierarchy4"/>
    <dgm:cxn modelId="{99D40AD2-DF54-40D2-BAB6-60388EB8FD99}" type="presOf" srcId="{57475933-ACC4-4D88-998F-A6313A4B1CF6}" destId="{61ED75AC-B5B9-4EEF-BD29-0982B35C836F}" srcOrd="0" destOrd="0" presId="urn:microsoft.com/office/officeart/2005/8/layout/hierarchy4"/>
    <dgm:cxn modelId="{0BB166D7-FED2-446E-8C5F-757C53FCB7D8}" type="presOf" srcId="{96CEF8CC-A4AB-4F7F-96C4-E12B18CF0B23}" destId="{94F19BBC-1AF9-4942-A0A9-D920DDED3ED2}" srcOrd="0" destOrd="0" presId="urn:microsoft.com/office/officeart/2005/8/layout/hierarchy4"/>
    <dgm:cxn modelId="{7E7C47DC-8488-4B53-B74E-8A26B99D3310}" srcId="{E308B46D-53A3-41AE-9DEF-691D7FB8DCA0}" destId="{57475933-ACC4-4D88-998F-A6313A4B1CF6}" srcOrd="0" destOrd="0" parTransId="{0A0DF085-11C3-4802-B585-6D02E395A746}" sibTransId="{9B8B67AC-90B7-4208-8EC4-917712638E1B}"/>
    <dgm:cxn modelId="{B4D47C9B-772F-4CC5-A176-695B2994DC38}" type="presParOf" srcId="{891C8C89-1621-41EA-9E39-2ECBA4762600}" destId="{EA198688-EB6E-4ED5-B4A6-418451EC19FE}" srcOrd="0" destOrd="0" presId="urn:microsoft.com/office/officeart/2005/8/layout/hierarchy4"/>
    <dgm:cxn modelId="{80FB83A3-C3BA-4871-9B9A-644E2B1DDEF7}" type="presParOf" srcId="{EA198688-EB6E-4ED5-B4A6-418451EC19FE}" destId="{E615D98B-F13E-41E9-8EB1-D8002C68A299}" srcOrd="0" destOrd="0" presId="urn:microsoft.com/office/officeart/2005/8/layout/hierarchy4"/>
    <dgm:cxn modelId="{64B49432-791C-4C45-B659-FB5660E42137}" type="presParOf" srcId="{EA198688-EB6E-4ED5-B4A6-418451EC19FE}" destId="{D303B043-58EA-4810-943F-E792FB7456FC}" srcOrd="1" destOrd="0" presId="urn:microsoft.com/office/officeart/2005/8/layout/hierarchy4"/>
    <dgm:cxn modelId="{185D6DE3-6864-4524-B9CD-F7FD9F08A3D5}" type="presParOf" srcId="{EA198688-EB6E-4ED5-B4A6-418451EC19FE}" destId="{3BFF2FED-33D7-4459-83A4-1EEF8D10D87D}" srcOrd="2" destOrd="0" presId="urn:microsoft.com/office/officeart/2005/8/layout/hierarchy4"/>
    <dgm:cxn modelId="{0D81A19C-D022-46DE-A0E8-1C8F12F05227}" type="presParOf" srcId="{3BFF2FED-33D7-4459-83A4-1EEF8D10D87D}" destId="{E89A3BF0-73D6-462B-B13B-0D16971F0D22}" srcOrd="0" destOrd="0" presId="urn:microsoft.com/office/officeart/2005/8/layout/hierarchy4"/>
    <dgm:cxn modelId="{9256BF5A-CAB6-4CEB-8C8F-B1B3089DA9B5}" type="presParOf" srcId="{E89A3BF0-73D6-462B-B13B-0D16971F0D22}" destId="{61ED75AC-B5B9-4EEF-BD29-0982B35C836F}" srcOrd="0" destOrd="0" presId="urn:microsoft.com/office/officeart/2005/8/layout/hierarchy4"/>
    <dgm:cxn modelId="{F8E6D13C-09E5-4B89-A1A7-BB8C1E2A8A69}" type="presParOf" srcId="{E89A3BF0-73D6-462B-B13B-0D16971F0D22}" destId="{0C6D5DAF-CE71-470C-9EB1-2BB3D28B5311}" srcOrd="1" destOrd="0" presId="urn:microsoft.com/office/officeart/2005/8/layout/hierarchy4"/>
    <dgm:cxn modelId="{AA6E43E0-97FF-4CCA-B263-CBFA625E8002}" type="presParOf" srcId="{E89A3BF0-73D6-462B-B13B-0D16971F0D22}" destId="{FFFFB9A1-DBD3-448B-87FF-FFFADF86AEB3}" srcOrd="2" destOrd="0" presId="urn:microsoft.com/office/officeart/2005/8/layout/hierarchy4"/>
    <dgm:cxn modelId="{65A569F8-6CCB-41C4-9E3B-B7751CDA17E7}" type="presParOf" srcId="{FFFFB9A1-DBD3-448B-87FF-FFFADF86AEB3}" destId="{A286ACCF-32FC-4F68-9F29-9D37479CA18D}" srcOrd="0" destOrd="0" presId="urn:microsoft.com/office/officeart/2005/8/layout/hierarchy4"/>
    <dgm:cxn modelId="{A750A76B-A58F-44D3-A3A0-6866887F5F6D}" type="presParOf" srcId="{A286ACCF-32FC-4F68-9F29-9D37479CA18D}" destId="{236ED3B3-EDA9-440A-8EF4-E53DEE854951}" srcOrd="0" destOrd="0" presId="urn:microsoft.com/office/officeart/2005/8/layout/hierarchy4"/>
    <dgm:cxn modelId="{4EA90617-320A-4E91-ABC0-AAB3DC139E49}" type="presParOf" srcId="{A286ACCF-32FC-4F68-9F29-9D37479CA18D}" destId="{03324B71-548C-45A2-A53E-0280531C3E18}" srcOrd="1" destOrd="0" presId="urn:microsoft.com/office/officeart/2005/8/layout/hierarchy4"/>
    <dgm:cxn modelId="{0A888483-2FFB-44BD-A4FD-3CBB077FD2FC}" type="presParOf" srcId="{FFFFB9A1-DBD3-448B-87FF-FFFADF86AEB3}" destId="{68B685F3-8487-4AE2-854A-58DE2980DF42}" srcOrd="1" destOrd="0" presId="urn:microsoft.com/office/officeart/2005/8/layout/hierarchy4"/>
    <dgm:cxn modelId="{97795883-F317-4A70-B7B1-8E11A3D15D44}" type="presParOf" srcId="{FFFFB9A1-DBD3-448B-87FF-FFFADF86AEB3}" destId="{9B3F745C-8732-420C-A93F-F4D4843D86EC}" srcOrd="2" destOrd="0" presId="urn:microsoft.com/office/officeart/2005/8/layout/hierarchy4"/>
    <dgm:cxn modelId="{14A1F8AF-B7D5-4046-A99B-71B3B1FF634A}" type="presParOf" srcId="{9B3F745C-8732-420C-A93F-F4D4843D86EC}" destId="{022FDDD7-C7A9-4B9D-B955-7A3C3004729B}" srcOrd="0" destOrd="0" presId="urn:microsoft.com/office/officeart/2005/8/layout/hierarchy4"/>
    <dgm:cxn modelId="{009D37C1-6551-41E4-948D-1F36D470212F}" type="presParOf" srcId="{9B3F745C-8732-420C-A93F-F4D4843D86EC}" destId="{009D77BF-5B0B-4066-ACF1-9EEB82CCF0F5}" srcOrd="1" destOrd="0" presId="urn:microsoft.com/office/officeart/2005/8/layout/hierarchy4"/>
    <dgm:cxn modelId="{530A9BEF-9728-4D35-88AC-DC9098D18F31}" type="presParOf" srcId="{3BFF2FED-33D7-4459-83A4-1EEF8D10D87D}" destId="{6FF014F8-866B-4ED9-812F-9AB5513653A3}" srcOrd="1" destOrd="0" presId="urn:microsoft.com/office/officeart/2005/8/layout/hierarchy4"/>
    <dgm:cxn modelId="{F5204680-1247-4EDA-8AE5-5853EABC743B}" type="presParOf" srcId="{3BFF2FED-33D7-4459-83A4-1EEF8D10D87D}" destId="{663A4CA0-A283-46E7-B2F4-AA733B891BBE}" srcOrd="2" destOrd="0" presId="urn:microsoft.com/office/officeart/2005/8/layout/hierarchy4"/>
    <dgm:cxn modelId="{C735F074-BFA8-49C6-8CE4-40B0EBF2E463}" type="presParOf" srcId="{663A4CA0-A283-46E7-B2F4-AA733B891BBE}" destId="{FC30B523-C298-40D7-B1C9-570F5DE94796}" srcOrd="0" destOrd="0" presId="urn:microsoft.com/office/officeart/2005/8/layout/hierarchy4"/>
    <dgm:cxn modelId="{B3B139E0-E710-42A9-A95F-4B8C76D0C1E1}" type="presParOf" srcId="{663A4CA0-A283-46E7-B2F4-AA733B891BBE}" destId="{832E322F-6E51-4863-B88A-E5905027EEB0}" srcOrd="1" destOrd="0" presId="urn:microsoft.com/office/officeart/2005/8/layout/hierarchy4"/>
    <dgm:cxn modelId="{45DA5857-C387-46AC-9D8C-3739D3D15972}" type="presParOf" srcId="{663A4CA0-A283-46E7-B2F4-AA733B891BBE}" destId="{4AD7F532-5AF5-4358-89C3-F526D13BFF46}" srcOrd="2" destOrd="0" presId="urn:microsoft.com/office/officeart/2005/8/layout/hierarchy4"/>
    <dgm:cxn modelId="{FE4017AC-EF76-499F-8DA1-80B5AFBE881A}" type="presParOf" srcId="{4AD7F532-5AF5-4358-89C3-F526D13BFF46}" destId="{69DC48A5-B43A-4A6E-8D2A-86224DC8FA40}" srcOrd="0" destOrd="0" presId="urn:microsoft.com/office/officeart/2005/8/layout/hierarchy4"/>
    <dgm:cxn modelId="{CE7C94FB-5D37-478B-8DE8-B334041AC46E}" type="presParOf" srcId="{69DC48A5-B43A-4A6E-8D2A-86224DC8FA40}" destId="{94F19BBC-1AF9-4942-A0A9-D920DDED3ED2}" srcOrd="0" destOrd="0" presId="urn:microsoft.com/office/officeart/2005/8/layout/hierarchy4"/>
    <dgm:cxn modelId="{B576ADAD-32DC-4397-A8A6-A83989203C22}" type="presParOf" srcId="{69DC48A5-B43A-4A6E-8D2A-86224DC8FA40}" destId="{70E12C30-5F94-410E-AD7A-3ABCEF0CDA6D}" srcOrd="1" destOrd="0" presId="urn:microsoft.com/office/officeart/2005/8/layout/hierarchy4"/>
    <dgm:cxn modelId="{820DC816-9CE8-4A1C-9F4A-1A82384229A0}" type="presParOf" srcId="{4AD7F532-5AF5-4358-89C3-F526D13BFF46}" destId="{FF4CF8FA-C739-4C4C-90B2-B4198DB54153}" srcOrd="1" destOrd="0" presId="urn:microsoft.com/office/officeart/2005/8/layout/hierarchy4"/>
    <dgm:cxn modelId="{B2C9EC1D-46A6-432C-8ABC-2F2F9F1248C8}" type="presParOf" srcId="{4AD7F532-5AF5-4358-89C3-F526D13BFF46}" destId="{F605691C-7444-43B8-8DB9-FAD91FB349B5}" srcOrd="2" destOrd="0" presId="urn:microsoft.com/office/officeart/2005/8/layout/hierarchy4"/>
    <dgm:cxn modelId="{B177AE43-5DB0-489C-9FA8-CB486D8881B2}" type="presParOf" srcId="{F605691C-7444-43B8-8DB9-FAD91FB349B5}" destId="{50D334F9-B37F-4963-97F5-BDFDABAC304D}" srcOrd="0" destOrd="0" presId="urn:microsoft.com/office/officeart/2005/8/layout/hierarchy4"/>
    <dgm:cxn modelId="{238B865C-2332-4F7C-8330-17B1156515E7}" type="presParOf" srcId="{F605691C-7444-43B8-8DB9-FAD91FB349B5}" destId="{72854E99-6659-4EF6-B234-515C5EE5F882}"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89D02A8-BCE8-41A2-B0D0-F6376C5906CB}" type="doc">
      <dgm:prSet loTypeId="urn:microsoft.com/office/officeart/2005/8/layout/hProcess9" loCatId="process" qsTypeId="urn:microsoft.com/office/officeart/2005/8/quickstyle/3d3" qsCatId="3D" csTypeId="urn:microsoft.com/office/officeart/2005/8/colors/colorful5" csCatId="colorful" phldr="1"/>
      <dgm:spPr/>
      <dgm:t>
        <a:bodyPr/>
        <a:lstStyle/>
        <a:p>
          <a:endParaRPr lang="en-US"/>
        </a:p>
      </dgm:t>
    </dgm:pt>
    <dgm:pt modelId="{852763DE-820D-4342-97F5-F7D1CC7C0F76}">
      <dgm:prSet phldrT="[Text]"/>
      <dgm:spPr/>
      <dgm:t>
        <a:bodyPr/>
        <a:lstStyle/>
        <a:p>
          <a:r>
            <a:rPr lang="en-US" b="1"/>
            <a:t>Get instance screenshot</a:t>
          </a:r>
        </a:p>
      </dgm:t>
    </dgm:pt>
    <dgm:pt modelId="{55888EBC-36E6-4180-8CC1-8E843C17E552}" type="parTrans" cxnId="{8F433DD8-48F6-4DC9-947F-561A435E1133}">
      <dgm:prSet/>
      <dgm:spPr/>
      <dgm:t>
        <a:bodyPr/>
        <a:lstStyle/>
        <a:p>
          <a:endParaRPr lang="en-US"/>
        </a:p>
      </dgm:t>
    </dgm:pt>
    <dgm:pt modelId="{282C7715-56A2-4DBB-A2F3-A9FF80543F85}" type="sibTrans" cxnId="{8F433DD8-48F6-4DC9-947F-561A435E1133}">
      <dgm:prSet/>
      <dgm:spPr/>
      <dgm:t>
        <a:bodyPr/>
        <a:lstStyle/>
        <a:p>
          <a:endParaRPr lang="en-US"/>
        </a:p>
      </dgm:t>
    </dgm:pt>
    <dgm:pt modelId="{1856AE26-7AEE-44BB-AE0C-6367B1320095}">
      <dgm:prSet phldrT="[Text]"/>
      <dgm:spPr/>
      <dgm:t>
        <a:bodyPr/>
        <a:lstStyle/>
        <a:p>
          <a:r>
            <a:rPr lang="en-US" b="1"/>
            <a:t>Enable termination protection</a:t>
          </a:r>
        </a:p>
      </dgm:t>
    </dgm:pt>
    <dgm:pt modelId="{D755B14A-57DE-49CE-BFEA-7EE66BEFBDEE}" type="parTrans" cxnId="{CEA6B1D9-FE73-4B6A-90D0-D58B81673E6F}">
      <dgm:prSet/>
      <dgm:spPr/>
      <dgm:t>
        <a:bodyPr/>
        <a:lstStyle/>
        <a:p>
          <a:endParaRPr lang="en-US"/>
        </a:p>
      </dgm:t>
    </dgm:pt>
    <dgm:pt modelId="{4186C740-85DF-4916-871A-25CCABEDFC45}" type="sibTrans" cxnId="{CEA6B1D9-FE73-4B6A-90D0-D58B81673E6F}">
      <dgm:prSet/>
      <dgm:spPr/>
      <dgm:t>
        <a:bodyPr/>
        <a:lstStyle/>
        <a:p>
          <a:endParaRPr lang="en-US"/>
        </a:p>
      </dgm:t>
    </dgm:pt>
    <dgm:pt modelId="{78914294-AFEE-4020-91CD-C57795A7040D}">
      <dgm:prSet phldrT="[Text]"/>
      <dgm:spPr/>
      <dgm:t>
        <a:bodyPr/>
        <a:lstStyle/>
        <a:p>
          <a:r>
            <a:rPr lang="en-US" b="1"/>
            <a:t>Disable source/destination check </a:t>
          </a:r>
          <a:r>
            <a:rPr lang="en-US"/>
            <a:t>(enabled by default) if the instance is performing a NAT function as a router or firewall</a:t>
          </a:r>
        </a:p>
      </dgm:t>
    </dgm:pt>
    <dgm:pt modelId="{706BD08E-7BFC-4405-8B1C-24CBA8AF03AB}" type="parTrans" cxnId="{D90B311E-B86E-40B4-B95E-28E34685043E}">
      <dgm:prSet/>
      <dgm:spPr/>
      <dgm:t>
        <a:bodyPr/>
        <a:lstStyle/>
        <a:p>
          <a:endParaRPr lang="en-US"/>
        </a:p>
      </dgm:t>
    </dgm:pt>
    <dgm:pt modelId="{DBBC39F5-D46E-4F44-AF88-5C1EE5AB5A1D}" type="sibTrans" cxnId="{D90B311E-B86E-40B4-B95E-28E34685043E}">
      <dgm:prSet/>
      <dgm:spPr/>
      <dgm:t>
        <a:bodyPr/>
        <a:lstStyle/>
        <a:p>
          <a:endParaRPr lang="en-US"/>
        </a:p>
      </dgm:t>
    </dgm:pt>
    <dgm:pt modelId="{81CFA38D-496B-403D-8594-A09F4D0A803C}" type="pres">
      <dgm:prSet presAssocID="{989D02A8-BCE8-41A2-B0D0-F6376C5906CB}" presName="CompostProcess" presStyleCnt="0">
        <dgm:presLayoutVars>
          <dgm:dir/>
          <dgm:resizeHandles val="exact"/>
        </dgm:presLayoutVars>
      </dgm:prSet>
      <dgm:spPr/>
    </dgm:pt>
    <dgm:pt modelId="{4FAFF284-4777-47E6-9AB4-313F2991F395}" type="pres">
      <dgm:prSet presAssocID="{989D02A8-BCE8-41A2-B0D0-F6376C5906CB}" presName="arrow" presStyleLbl="bgShp" presStyleIdx="0" presStyleCnt="1"/>
      <dgm:spPr>
        <a:noFill/>
        <a:ln>
          <a:noFill/>
        </a:ln>
      </dgm:spPr>
    </dgm:pt>
    <dgm:pt modelId="{FC2EA6CA-AB5F-4C52-B393-CCB6CF3649E6}" type="pres">
      <dgm:prSet presAssocID="{989D02A8-BCE8-41A2-B0D0-F6376C5906CB}" presName="linearProcess" presStyleCnt="0"/>
      <dgm:spPr/>
    </dgm:pt>
    <dgm:pt modelId="{4E4F6E8C-BEA9-4C8B-9011-214F4F7919F8}" type="pres">
      <dgm:prSet presAssocID="{852763DE-820D-4342-97F5-F7D1CC7C0F76}" presName="textNode" presStyleLbl="node1" presStyleIdx="0" presStyleCnt="3" custScaleY="139683">
        <dgm:presLayoutVars>
          <dgm:bulletEnabled val="1"/>
        </dgm:presLayoutVars>
      </dgm:prSet>
      <dgm:spPr/>
    </dgm:pt>
    <dgm:pt modelId="{8858D4AC-0FB5-44DE-8DA4-60EDC4FF7DDA}" type="pres">
      <dgm:prSet presAssocID="{282C7715-56A2-4DBB-A2F3-A9FF80543F85}" presName="sibTrans" presStyleCnt="0"/>
      <dgm:spPr/>
    </dgm:pt>
    <dgm:pt modelId="{8B620661-27C4-495F-AE63-5EEDF8F47D9D}" type="pres">
      <dgm:prSet presAssocID="{1856AE26-7AEE-44BB-AE0C-6367B1320095}" presName="textNode" presStyleLbl="node1" presStyleIdx="1" presStyleCnt="3" custScaleY="139683">
        <dgm:presLayoutVars>
          <dgm:bulletEnabled val="1"/>
        </dgm:presLayoutVars>
      </dgm:prSet>
      <dgm:spPr/>
    </dgm:pt>
    <dgm:pt modelId="{6547F901-44C3-4415-A24B-F4498738A74F}" type="pres">
      <dgm:prSet presAssocID="{4186C740-85DF-4916-871A-25CCABEDFC45}" presName="sibTrans" presStyleCnt="0"/>
      <dgm:spPr/>
    </dgm:pt>
    <dgm:pt modelId="{41DE4D0E-BB35-4EAC-A1DD-ED7620FB42E3}" type="pres">
      <dgm:prSet presAssocID="{78914294-AFEE-4020-91CD-C57795A7040D}" presName="textNode" presStyleLbl="node1" presStyleIdx="2" presStyleCnt="3" custScaleY="139683">
        <dgm:presLayoutVars>
          <dgm:bulletEnabled val="1"/>
        </dgm:presLayoutVars>
      </dgm:prSet>
      <dgm:spPr/>
    </dgm:pt>
  </dgm:ptLst>
  <dgm:cxnLst>
    <dgm:cxn modelId="{90E26D1A-CDF6-4CED-9E5A-9FD5B1F4A9A4}" type="presOf" srcId="{852763DE-820D-4342-97F5-F7D1CC7C0F76}" destId="{4E4F6E8C-BEA9-4C8B-9011-214F4F7919F8}" srcOrd="0" destOrd="0" presId="urn:microsoft.com/office/officeart/2005/8/layout/hProcess9"/>
    <dgm:cxn modelId="{D90B311E-B86E-40B4-B95E-28E34685043E}" srcId="{989D02A8-BCE8-41A2-B0D0-F6376C5906CB}" destId="{78914294-AFEE-4020-91CD-C57795A7040D}" srcOrd="2" destOrd="0" parTransId="{706BD08E-7BFC-4405-8B1C-24CBA8AF03AB}" sibTransId="{DBBC39F5-D46E-4F44-AF88-5C1EE5AB5A1D}"/>
    <dgm:cxn modelId="{F93A8A45-1E5C-439B-A295-EB0E42963A00}" type="presOf" srcId="{78914294-AFEE-4020-91CD-C57795A7040D}" destId="{41DE4D0E-BB35-4EAC-A1DD-ED7620FB42E3}" srcOrd="0" destOrd="0" presId="urn:microsoft.com/office/officeart/2005/8/layout/hProcess9"/>
    <dgm:cxn modelId="{E08208BD-98B2-4F75-AD35-673BF1997738}" type="presOf" srcId="{1856AE26-7AEE-44BB-AE0C-6367B1320095}" destId="{8B620661-27C4-495F-AE63-5EEDF8F47D9D}" srcOrd="0" destOrd="0" presId="urn:microsoft.com/office/officeart/2005/8/layout/hProcess9"/>
    <dgm:cxn modelId="{8F433DD8-48F6-4DC9-947F-561A435E1133}" srcId="{989D02A8-BCE8-41A2-B0D0-F6376C5906CB}" destId="{852763DE-820D-4342-97F5-F7D1CC7C0F76}" srcOrd="0" destOrd="0" parTransId="{55888EBC-36E6-4180-8CC1-8E843C17E552}" sibTransId="{282C7715-56A2-4DBB-A2F3-A9FF80543F85}"/>
    <dgm:cxn modelId="{CEA6B1D9-FE73-4B6A-90D0-D58B81673E6F}" srcId="{989D02A8-BCE8-41A2-B0D0-F6376C5906CB}" destId="{1856AE26-7AEE-44BB-AE0C-6367B1320095}" srcOrd="1" destOrd="0" parTransId="{D755B14A-57DE-49CE-BFEA-7EE66BEFBDEE}" sibTransId="{4186C740-85DF-4916-871A-25CCABEDFC45}"/>
    <dgm:cxn modelId="{37D554EE-D0E4-4143-8E7D-3D941CBB8B4B}" type="presOf" srcId="{989D02A8-BCE8-41A2-B0D0-F6376C5906CB}" destId="{81CFA38D-496B-403D-8594-A09F4D0A803C}" srcOrd="0" destOrd="0" presId="urn:microsoft.com/office/officeart/2005/8/layout/hProcess9"/>
    <dgm:cxn modelId="{1EC8D9DE-ECE2-4DD1-94D2-879D09A6B857}" type="presParOf" srcId="{81CFA38D-496B-403D-8594-A09F4D0A803C}" destId="{4FAFF284-4777-47E6-9AB4-313F2991F395}" srcOrd="0" destOrd="0" presId="urn:microsoft.com/office/officeart/2005/8/layout/hProcess9"/>
    <dgm:cxn modelId="{7E95DDE5-C198-4CE2-9B85-84CE2A64A90F}" type="presParOf" srcId="{81CFA38D-496B-403D-8594-A09F4D0A803C}" destId="{FC2EA6CA-AB5F-4C52-B393-CCB6CF3649E6}" srcOrd="1" destOrd="0" presId="urn:microsoft.com/office/officeart/2005/8/layout/hProcess9"/>
    <dgm:cxn modelId="{DD618BCF-81E0-4E07-B94D-933C9170E9EC}" type="presParOf" srcId="{FC2EA6CA-AB5F-4C52-B393-CCB6CF3649E6}" destId="{4E4F6E8C-BEA9-4C8B-9011-214F4F7919F8}" srcOrd="0" destOrd="0" presId="urn:microsoft.com/office/officeart/2005/8/layout/hProcess9"/>
    <dgm:cxn modelId="{79E275E9-9854-4E3B-AF80-0843EFB102DA}" type="presParOf" srcId="{FC2EA6CA-AB5F-4C52-B393-CCB6CF3649E6}" destId="{8858D4AC-0FB5-44DE-8DA4-60EDC4FF7DDA}" srcOrd="1" destOrd="0" presId="urn:microsoft.com/office/officeart/2005/8/layout/hProcess9"/>
    <dgm:cxn modelId="{1D4FC297-D919-44F9-AE55-B79C808E81BA}" type="presParOf" srcId="{FC2EA6CA-AB5F-4C52-B393-CCB6CF3649E6}" destId="{8B620661-27C4-495F-AE63-5EEDF8F47D9D}" srcOrd="2" destOrd="0" presId="urn:microsoft.com/office/officeart/2005/8/layout/hProcess9"/>
    <dgm:cxn modelId="{3984782F-E59B-4EFC-895D-20B146B0CB62}" type="presParOf" srcId="{FC2EA6CA-AB5F-4C52-B393-CCB6CF3649E6}" destId="{6547F901-44C3-4415-A24B-F4498738A74F}" srcOrd="3" destOrd="0" presId="urn:microsoft.com/office/officeart/2005/8/layout/hProcess9"/>
    <dgm:cxn modelId="{CFF10767-C61F-460B-8B5F-AA633FAE53E9}" type="presParOf" srcId="{FC2EA6CA-AB5F-4C52-B393-CCB6CF3649E6}" destId="{41DE4D0E-BB35-4EAC-A1DD-ED7620FB42E3}"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2B7447-4FDF-4495-B9EC-30A62AF2C72F}"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DA0F0B3E-F649-4520-8C51-739C6739B010}">
      <dgm:prSet phldrT="[Text]"/>
      <dgm:spPr>
        <a:solidFill>
          <a:srgbClr val="0070C0"/>
        </a:solidFill>
        <a:ln>
          <a:solidFill>
            <a:srgbClr val="0070C0"/>
          </a:solidFill>
        </a:ln>
      </dgm:spPr>
      <dgm:t>
        <a:bodyPr/>
        <a:lstStyle/>
        <a:p>
          <a:r>
            <a:rPr lang="en-US" b="1"/>
            <a:t>Best Practice</a:t>
          </a:r>
        </a:p>
      </dgm:t>
    </dgm:pt>
    <dgm:pt modelId="{D3148CC9-FB79-4C4C-A0DB-A263C906CD38}" type="parTrans" cxnId="{E46C7FE2-6E63-4358-96DB-932C2315CF24}">
      <dgm:prSet/>
      <dgm:spPr/>
      <dgm:t>
        <a:bodyPr/>
        <a:lstStyle/>
        <a:p>
          <a:endParaRPr lang="en-US"/>
        </a:p>
      </dgm:t>
    </dgm:pt>
    <dgm:pt modelId="{F73F6366-8D3C-49D1-8C08-C564F87D8D39}" type="sibTrans" cxnId="{E46C7FE2-6E63-4358-96DB-932C2315CF24}">
      <dgm:prSet/>
      <dgm:spPr/>
      <dgm:t>
        <a:bodyPr/>
        <a:lstStyle/>
        <a:p>
          <a:endParaRPr lang="en-US"/>
        </a:p>
      </dgm:t>
    </dgm:pt>
    <dgm:pt modelId="{D5D67A17-EFA2-4231-94BB-E07403A4206E}">
      <dgm:prSet phldrT="[Text]" custT="1"/>
      <dgm:spPr>
        <a:ln>
          <a:noFill/>
        </a:ln>
      </dgm:spPr>
      <dgm:t>
        <a:bodyPr anchor="ctr"/>
        <a:lstStyle/>
        <a:p>
          <a:pPr algn="ctr"/>
          <a:r>
            <a:rPr lang="en-US" sz="2800" b="1">
              <a:solidFill>
                <a:srgbClr val="0070C0"/>
              </a:solidFill>
            </a:rPr>
            <a:t>Design your instances for easy build-up and tear-down.</a:t>
          </a:r>
        </a:p>
      </dgm:t>
    </dgm:pt>
    <dgm:pt modelId="{56A5921D-D3DD-4BE9-AE80-D133F91AC37A}" type="parTrans" cxnId="{BF959DC3-F9B1-4ADB-B486-3422E14079E3}">
      <dgm:prSet/>
      <dgm:spPr/>
      <dgm:t>
        <a:bodyPr/>
        <a:lstStyle/>
        <a:p>
          <a:endParaRPr lang="en-US"/>
        </a:p>
      </dgm:t>
    </dgm:pt>
    <dgm:pt modelId="{4132BAFE-8432-49B1-BA83-24CAE6640122}" type="sibTrans" cxnId="{BF959DC3-F9B1-4ADB-B486-3422E14079E3}">
      <dgm:prSet/>
      <dgm:spPr/>
      <dgm:t>
        <a:bodyPr/>
        <a:lstStyle/>
        <a:p>
          <a:endParaRPr lang="en-US"/>
        </a:p>
      </dgm:t>
    </dgm:pt>
    <dgm:pt modelId="{872B8DC2-1B12-4D55-ADC4-332FFE7B01C9}" type="pres">
      <dgm:prSet presAssocID="{3B2B7447-4FDF-4495-B9EC-30A62AF2C72F}" presName="Name0" presStyleCnt="0">
        <dgm:presLayoutVars>
          <dgm:chMax/>
          <dgm:chPref val="3"/>
          <dgm:dir/>
          <dgm:animOne val="branch"/>
          <dgm:animLvl val="lvl"/>
        </dgm:presLayoutVars>
      </dgm:prSet>
      <dgm:spPr/>
    </dgm:pt>
    <dgm:pt modelId="{0F134AF6-13E2-47F5-8B8B-4EC19FF73B2F}" type="pres">
      <dgm:prSet presAssocID="{DA0F0B3E-F649-4520-8C51-739C6739B010}" presName="composite" presStyleCnt="0"/>
      <dgm:spPr/>
    </dgm:pt>
    <dgm:pt modelId="{F9D5E7C7-2F78-4B43-8DA9-3CE7A5C8DAF7}" type="pres">
      <dgm:prSet presAssocID="{DA0F0B3E-F649-4520-8C51-739C6739B010}" presName="FirstChild" presStyleLbl="revTx" presStyleIdx="0" presStyleCnt="1" custScaleY="273455" custLinFactNeighborY="-13434">
        <dgm:presLayoutVars>
          <dgm:chMax val="0"/>
          <dgm:chPref val="0"/>
          <dgm:bulletEnabled val="1"/>
        </dgm:presLayoutVars>
      </dgm:prSet>
      <dgm:spPr/>
    </dgm:pt>
    <dgm:pt modelId="{E5A1A405-B0C3-4D7C-B111-5B7A3FACF8FA}" type="pres">
      <dgm:prSet presAssocID="{DA0F0B3E-F649-4520-8C51-739C6739B010}" presName="Parent" presStyleLbl="alignNode1" presStyleIdx="0" presStyleCnt="1">
        <dgm:presLayoutVars>
          <dgm:chMax val="3"/>
          <dgm:chPref val="3"/>
          <dgm:bulletEnabled val="1"/>
        </dgm:presLayoutVars>
      </dgm:prSet>
      <dgm:spPr/>
    </dgm:pt>
    <dgm:pt modelId="{912760D7-781C-4C7E-952D-282C8AC7BC96}" type="pres">
      <dgm:prSet presAssocID="{DA0F0B3E-F649-4520-8C51-739C6739B010}" presName="Accent" presStyleLbl="parChTrans1D1" presStyleIdx="0" presStyleCnt="1"/>
      <dgm:spPr>
        <a:ln>
          <a:solidFill>
            <a:srgbClr val="0070C0"/>
          </a:solidFill>
        </a:ln>
      </dgm:spPr>
    </dgm:pt>
  </dgm:ptLst>
  <dgm:cxnLst>
    <dgm:cxn modelId="{D7E59539-C9E4-40E1-A241-AD6306D3DAAF}" type="presOf" srcId="{DA0F0B3E-F649-4520-8C51-739C6739B010}" destId="{E5A1A405-B0C3-4D7C-B111-5B7A3FACF8FA}" srcOrd="0" destOrd="0" presId="urn:microsoft.com/office/officeart/2011/layout/TabList"/>
    <dgm:cxn modelId="{B25F60A2-1750-468B-8C14-93E96D9E6113}" type="presOf" srcId="{3B2B7447-4FDF-4495-B9EC-30A62AF2C72F}" destId="{872B8DC2-1B12-4D55-ADC4-332FFE7B01C9}" srcOrd="0" destOrd="0" presId="urn:microsoft.com/office/officeart/2011/layout/TabList"/>
    <dgm:cxn modelId="{BF959DC3-F9B1-4ADB-B486-3422E14079E3}" srcId="{DA0F0B3E-F649-4520-8C51-739C6739B010}" destId="{D5D67A17-EFA2-4231-94BB-E07403A4206E}" srcOrd="0" destOrd="0" parTransId="{56A5921D-D3DD-4BE9-AE80-D133F91AC37A}" sibTransId="{4132BAFE-8432-49B1-BA83-24CAE6640122}"/>
    <dgm:cxn modelId="{E46C7FE2-6E63-4358-96DB-932C2315CF24}" srcId="{3B2B7447-4FDF-4495-B9EC-30A62AF2C72F}" destId="{DA0F0B3E-F649-4520-8C51-739C6739B010}" srcOrd="0" destOrd="0" parTransId="{D3148CC9-FB79-4C4C-A0DB-A263C906CD38}" sibTransId="{F73F6366-8D3C-49D1-8C08-C564F87D8D39}"/>
    <dgm:cxn modelId="{AEAE95F9-91A2-45D1-AE16-74FA00011119}" type="presOf" srcId="{D5D67A17-EFA2-4231-94BB-E07403A4206E}" destId="{F9D5E7C7-2F78-4B43-8DA9-3CE7A5C8DAF7}" srcOrd="0" destOrd="0" presId="urn:microsoft.com/office/officeart/2011/layout/TabList"/>
    <dgm:cxn modelId="{54F9EC64-5323-4D16-91EC-1F0DEFCE747F}" type="presParOf" srcId="{872B8DC2-1B12-4D55-ADC4-332FFE7B01C9}" destId="{0F134AF6-13E2-47F5-8B8B-4EC19FF73B2F}" srcOrd="0" destOrd="0" presId="urn:microsoft.com/office/officeart/2011/layout/TabList"/>
    <dgm:cxn modelId="{D7D65E25-F9B5-43C6-A8AC-2EA8205721A4}" type="presParOf" srcId="{0F134AF6-13E2-47F5-8B8B-4EC19FF73B2F}" destId="{F9D5E7C7-2F78-4B43-8DA9-3CE7A5C8DAF7}" srcOrd="0" destOrd="0" presId="urn:microsoft.com/office/officeart/2011/layout/TabList"/>
    <dgm:cxn modelId="{89037877-E540-464D-8619-5D2B9330E258}" type="presParOf" srcId="{0F134AF6-13E2-47F5-8B8B-4EC19FF73B2F}" destId="{E5A1A405-B0C3-4D7C-B111-5B7A3FACF8FA}" srcOrd="1" destOrd="0" presId="urn:microsoft.com/office/officeart/2011/layout/TabList"/>
    <dgm:cxn modelId="{5F9325C3-5460-41F5-B20B-84A857CAA519}" type="presParOf" srcId="{0F134AF6-13E2-47F5-8B8B-4EC19FF73B2F}" destId="{912760D7-781C-4C7E-952D-282C8AC7BC96}"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9505C43-2722-43AF-AECE-54F10489CD98}" type="doc">
      <dgm:prSet loTypeId="urn:microsoft.com/office/officeart/2005/8/layout/hList3" loCatId="list" qsTypeId="urn:microsoft.com/office/officeart/2005/8/quickstyle/simple3" qsCatId="simple" csTypeId="urn:microsoft.com/office/officeart/2005/8/colors/accent1_2" csCatId="accent1" phldr="1"/>
      <dgm:spPr/>
      <dgm:t>
        <a:bodyPr/>
        <a:lstStyle/>
        <a:p>
          <a:endParaRPr lang="en-US"/>
        </a:p>
      </dgm:t>
    </dgm:pt>
    <dgm:pt modelId="{0767BB1B-DB5C-406F-965B-DE76F8CBFAD8}">
      <dgm:prSet phldrT="[Text]"/>
      <dgm:spPr/>
      <dgm:t>
        <a:bodyPr/>
        <a:lstStyle/>
        <a:p>
          <a:r>
            <a:rPr lang="en-US"/>
            <a:t>Common reasons why instances might need to be relaunched:</a:t>
          </a:r>
        </a:p>
      </dgm:t>
    </dgm:pt>
    <dgm:pt modelId="{6D5DA2E1-1EE7-4B37-A916-7A322DFCE467}" type="parTrans" cxnId="{1610A0E1-67ED-475B-8D22-0AFFD15D4237}">
      <dgm:prSet/>
      <dgm:spPr/>
      <dgm:t>
        <a:bodyPr/>
        <a:lstStyle/>
        <a:p>
          <a:endParaRPr lang="en-US"/>
        </a:p>
      </dgm:t>
    </dgm:pt>
    <dgm:pt modelId="{DEE4BCBF-6133-4652-9DA5-B8761AADF68D}" type="sibTrans" cxnId="{1610A0E1-67ED-475B-8D22-0AFFD15D4237}">
      <dgm:prSet/>
      <dgm:spPr/>
      <dgm:t>
        <a:bodyPr/>
        <a:lstStyle/>
        <a:p>
          <a:endParaRPr lang="en-US"/>
        </a:p>
      </dgm:t>
    </dgm:pt>
    <dgm:pt modelId="{A676463F-8C3B-476B-9AB9-66D58BCF1D45}">
      <dgm:prSet phldrT="[Text]"/>
      <dgm:spPr>
        <a:solidFill>
          <a:schemeClr val="accent1">
            <a:lumMod val="75000"/>
            <a:lumOff val="25000"/>
          </a:schemeClr>
        </a:solidFill>
      </dgm:spPr>
      <dgm:t>
        <a:bodyPr/>
        <a:lstStyle/>
        <a:p>
          <a:r>
            <a:rPr lang="en-US" b="1">
              <a:solidFill>
                <a:schemeClr val="bg1"/>
              </a:solidFill>
            </a:rPr>
            <a:t>Auto Scaling</a:t>
          </a:r>
        </a:p>
      </dgm:t>
    </dgm:pt>
    <dgm:pt modelId="{2A582D70-9FE6-4DAB-96C1-83C892337C38}" type="parTrans" cxnId="{2060E514-7F56-48C6-9F89-8D20EB4DD714}">
      <dgm:prSet/>
      <dgm:spPr/>
      <dgm:t>
        <a:bodyPr/>
        <a:lstStyle/>
        <a:p>
          <a:endParaRPr lang="en-US"/>
        </a:p>
      </dgm:t>
    </dgm:pt>
    <dgm:pt modelId="{5D3D039B-5A54-4438-B912-2B2ADC149796}" type="sibTrans" cxnId="{2060E514-7F56-48C6-9F89-8D20EB4DD714}">
      <dgm:prSet/>
      <dgm:spPr/>
      <dgm:t>
        <a:bodyPr/>
        <a:lstStyle/>
        <a:p>
          <a:endParaRPr lang="en-US"/>
        </a:p>
      </dgm:t>
    </dgm:pt>
    <dgm:pt modelId="{991F15AB-D4C5-41BC-9B26-C6963276F165}">
      <dgm:prSet phldrT="[Text]"/>
      <dgm:spPr>
        <a:solidFill>
          <a:schemeClr val="accent1">
            <a:lumMod val="75000"/>
            <a:lumOff val="25000"/>
          </a:schemeClr>
        </a:solidFill>
      </dgm:spPr>
      <dgm:t>
        <a:bodyPr/>
        <a:lstStyle/>
        <a:p>
          <a:r>
            <a:rPr lang="en-US" b="1">
              <a:solidFill>
                <a:schemeClr val="bg1"/>
              </a:solidFill>
            </a:rPr>
            <a:t>Downgrading</a:t>
          </a:r>
        </a:p>
      </dgm:t>
    </dgm:pt>
    <dgm:pt modelId="{B2A4624D-65B8-4D51-A9A3-EC68CBC401CE}" type="parTrans" cxnId="{BC90C597-0737-4D8F-BFBF-80FD1465C584}">
      <dgm:prSet/>
      <dgm:spPr/>
      <dgm:t>
        <a:bodyPr/>
        <a:lstStyle/>
        <a:p>
          <a:endParaRPr lang="en-US"/>
        </a:p>
      </dgm:t>
    </dgm:pt>
    <dgm:pt modelId="{97B783FE-040D-43D8-BFBD-E4FA7E7A81B6}" type="sibTrans" cxnId="{BC90C597-0737-4D8F-BFBF-80FD1465C584}">
      <dgm:prSet/>
      <dgm:spPr/>
      <dgm:t>
        <a:bodyPr/>
        <a:lstStyle/>
        <a:p>
          <a:endParaRPr lang="en-US"/>
        </a:p>
      </dgm:t>
    </dgm:pt>
    <dgm:pt modelId="{7DD4FC07-7FE5-48E4-BAB7-DE48059AC76A}">
      <dgm:prSet/>
      <dgm:spPr>
        <a:solidFill>
          <a:schemeClr val="accent1">
            <a:lumMod val="75000"/>
            <a:lumOff val="25000"/>
          </a:schemeClr>
        </a:solidFill>
      </dgm:spPr>
      <dgm:t>
        <a:bodyPr/>
        <a:lstStyle/>
        <a:p>
          <a:r>
            <a:rPr lang="en-US" b="1">
              <a:solidFill>
                <a:schemeClr val="bg1"/>
              </a:solidFill>
            </a:rPr>
            <a:t>Cost savings</a:t>
          </a:r>
        </a:p>
      </dgm:t>
    </dgm:pt>
    <dgm:pt modelId="{4AF3685D-AC8A-4EB4-9C3E-3BB85C6AE4C8}" type="parTrans" cxnId="{A2A3164D-A357-4D06-9446-99DFCE19356C}">
      <dgm:prSet/>
      <dgm:spPr/>
      <dgm:t>
        <a:bodyPr/>
        <a:lstStyle/>
        <a:p>
          <a:endParaRPr lang="en-US"/>
        </a:p>
      </dgm:t>
    </dgm:pt>
    <dgm:pt modelId="{C12E3EB3-3A41-4A93-A7F5-C27E0EE1EF58}" type="sibTrans" cxnId="{A2A3164D-A357-4D06-9446-99DFCE19356C}">
      <dgm:prSet/>
      <dgm:spPr/>
      <dgm:t>
        <a:bodyPr/>
        <a:lstStyle/>
        <a:p>
          <a:endParaRPr lang="en-US"/>
        </a:p>
      </dgm:t>
    </dgm:pt>
    <dgm:pt modelId="{A077D72A-CED5-44E6-8049-1D4BAC11A411}">
      <dgm:prSet/>
      <dgm:spPr>
        <a:solidFill>
          <a:schemeClr val="accent1">
            <a:lumMod val="75000"/>
            <a:lumOff val="25000"/>
          </a:schemeClr>
        </a:solidFill>
      </dgm:spPr>
      <dgm:t>
        <a:bodyPr/>
        <a:lstStyle/>
        <a:p>
          <a:r>
            <a:rPr lang="en-US" b="1">
              <a:solidFill>
                <a:schemeClr val="bg1"/>
              </a:solidFill>
            </a:rPr>
            <a:t>Repairing impaired instances</a:t>
          </a:r>
        </a:p>
      </dgm:t>
    </dgm:pt>
    <dgm:pt modelId="{A528E1CC-825B-498F-B6F5-3C7CB7995C3D}" type="parTrans" cxnId="{49222989-A285-44E5-83E1-AE398BF99ABE}">
      <dgm:prSet/>
      <dgm:spPr/>
      <dgm:t>
        <a:bodyPr/>
        <a:lstStyle/>
        <a:p>
          <a:endParaRPr lang="en-US"/>
        </a:p>
      </dgm:t>
    </dgm:pt>
    <dgm:pt modelId="{31BF5397-33FD-44C1-9F79-64E4C43B4CD9}" type="sibTrans" cxnId="{49222989-A285-44E5-83E1-AE398BF99ABE}">
      <dgm:prSet/>
      <dgm:spPr/>
      <dgm:t>
        <a:bodyPr/>
        <a:lstStyle/>
        <a:p>
          <a:endParaRPr lang="en-US"/>
        </a:p>
      </dgm:t>
    </dgm:pt>
    <dgm:pt modelId="{D7F994ED-7BC8-47BA-9B0C-D8B3656624D5}">
      <dgm:prSet/>
      <dgm:spPr>
        <a:solidFill>
          <a:schemeClr val="accent1">
            <a:lumMod val="75000"/>
            <a:lumOff val="25000"/>
          </a:schemeClr>
        </a:solidFill>
      </dgm:spPr>
      <dgm:t>
        <a:bodyPr/>
        <a:lstStyle/>
        <a:p>
          <a:r>
            <a:rPr lang="en-US" b="1">
              <a:solidFill>
                <a:schemeClr val="bg1"/>
              </a:solidFill>
            </a:rPr>
            <a:t>Upgrading OS architecture or image type</a:t>
          </a:r>
        </a:p>
      </dgm:t>
    </dgm:pt>
    <dgm:pt modelId="{8280EEA4-4A27-4751-9332-580890984318}" type="parTrans" cxnId="{0195F339-8DE0-4DCD-A8AC-8D795B6AEBF8}">
      <dgm:prSet/>
      <dgm:spPr/>
      <dgm:t>
        <a:bodyPr/>
        <a:lstStyle/>
        <a:p>
          <a:endParaRPr lang="en-US"/>
        </a:p>
      </dgm:t>
    </dgm:pt>
    <dgm:pt modelId="{AE3C55B9-6113-4073-9F90-BF5B68A12542}" type="sibTrans" cxnId="{0195F339-8DE0-4DCD-A8AC-8D795B6AEBF8}">
      <dgm:prSet/>
      <dgm:spPr/>
      <dgm:t>
        <a:bodyPr/>
        <a:lstStyle/>
        <a:p>
          <a:endParaRPr lang="en-US"/>
        </a:p>
      </dgm:t>
    </dgm:pt>
    <dgm:pt modelId="{C006792A-2AB1-4D30-AD16-83BBE4201C32}" type="pres">
      <dgm:prSet presAssocID="{C9505C43-2722-43AF-AECE-54F10489CD98}" presName="composite" presStyleCnt="0">
        <dgm:presLayoutVars>
          <dgm:chMax val="1"/>
          <dgm:dir/>
          <dgm:resizeHandles val="exact"/>
        </dgm:presLayoutVars>
      </dgm:prSet>
      <dgm:spPr/>
    </dgm:pt>
    <dgm:pt modelId="{928AF5BA-43E9-4142-A85A-879252B9866A}" type="pres">
      <dgm:prSet presAssocID="{0767BB1B-DB5C-406F-965B-DE76F8CBFAD8}" presName="roof" presStyleLbl="dkBgShp" presStyleIdx="0" presStyleCnt="2" custLinFactNeighborX="1875" custLinFactNeighborY="-2320"/>
      <dgm:spPr/>
    </dgm:pt>
    <dgm:pt modelId="{E38A0293-0D4E-465E-ABA2-F98182BA3F0D}" type="pres">
      <dgm:prSet presAssocID="{0767BB1B-DB5C-406F-965B-DE76F8CBFAD8}" presName="pillars" presStyleCnt="0"/>
      <dgm:spPr/>
    </dgm:pt>
    <dgm:pt modelId="{E467A17B-7E7D-44C0-9D75-7D85A628397C}" type="pres">
      <dgm:prSet presAssocID="{0767BB1B-DB5C-406F-965B-DE76F8CBFAD8}" presName="pillar1" presStyleLbl="node1" presStyleIdx="0" presStyleCnt="5">
        <dgm:presLayoutVars>
          <dgm:bulletEnabled val="1"/>
        </dgm:presLayoutVars>
      </dgm:prSet>
      <dgm:spPr/>
    </dgm:pt>
    <dgm:pt modelId="{4F75FFE8-F0DF-4A17-BCC6-54028E0951C3}" type="pres">
      <dgm:prSet presAssocID="{7DD4FC07-7FE5-48E4-BAB7-DE48059AC76A}" presName="pillarX" presStyleLbl="node1" presStyleIdx="1" presStyleCnt="5">
        <dgm:presLayoutVars>
          <dgm:bulletEnabled val="1"/>
        </dgm:presLayoutVars>
      </dgm:prSet>
      <dgm:spPr/>
    </dgm:pt>
    <dgm:pt modelId="{796256E3-1741-4218-81B3-7C43FB4464A2}" type="pres">
      <dgm:prSet presAssocID="{991F15AB-D4C5-41BC-9B26-C6963276F165}" presName="pillarX" presStyleLbl="node1" presStyleIdx="2" presStyleCnt="5">
        <dgm:presLayoutVars>
          <dgm:bulletEnabled val="1"/>
        </dgm:presLayoutVars>
      </dgm:prSet>
      <dgm:spPr/>
    </dgm:pt>
    <dgm:pt modelId="{39296727-3739-42E7-89EC-ACCF951E3041}" type="pres">
      <dgm:prSet presAssocID="{A077D72A-CED5-44E6-8049-1D4BAC11A411}" presName="pillarX" presStyleLbl="node1" presStyleIdx="3" presStyleCnt="5">
        <dgm:presLayoutVars>
          <dgm:bulletEnabled val="1"/>
        </dgm:presLayoutVars>
      </dgm:prSet>
      <dgm:spPr/>
    </dgm:pt>
    <dgm:pt modelId="{F037A3B3-EA35-403E-89C5-DF85B82CDC1A}" type="pres">
      <dgm:prSet presAssocID="{D7F994ED-7BC8-47BA-9B0C-D8B3656624D5}" presName="pillarX" presStyleLbl="node1" presStyleIdx="4" presStyleCnt="5">
        <dgm:presLayoutVars>
          <dgm:bulletEnabled val="1"/>
        </dgm:presLayoutVars>
      </dgm:prSet>
      <dgm:spPr/>
    </dgm:pt>
    <dgm:pt modelId="{BCE7CFAA-852E-433B-8923-C9C85915B0A3}" type="pres">
      <dgm:prSet presAssocID="{0767BB1B-DB5C-406F-965B-DE76F8CBFAD8}" presName="base" presStyleLbl="dkBgShp" presStyleIdx="1" presStyleCnt="2"/>
      <dgm:spPr/>
    </dgm:pt>
  </dgm:ptLst>
  <dgm:cxnLst>
    <dgm:cxn modelId="{2060E514-7F56-48C6-9F89-8D20EB4DD714}" srcId="{0767BB1B-DB5C-406F-965B-DE76F8CBFAD8}" destId="{A676463F-8C3B-476B-9AB9-66D58BCF1D45}" srcOrd="0" destOrd="0" parTransId="{2A582D70-9FE6-4DAB-96C1-83C892337C38}" sibTransId="{5D3D039B-5A54-4438-B912-2B2ADC149796}"/>
    <dgm:cxn modelId="{0195F339-8DE0-4DCD-A8AC-8D795B6AEBF8}" srcId="{0767BB1B-DB5C-406F-965B-DE76F8CBFAD8}" destId="{D7F994ED-7BC8-47BA-9B0C-D8B3656624D5}" srcOrd="4" destOrd="0" parTransId="{8280EEA4-4A27-4751-9332-580890984318}" sibTransId="{AE3C55B9-6113-4073-9F90-BF5B68A12542}"/>
    <dgm:cxn modelId="{DCC3723C-3F3C-4827-A9AE-7E06FA047543}" type="presOf" srcId="{A676463F-8C3B-476B-9AB9-66D58BCF1D45}" destId="{E467A17B-7E7D-44C0-9D75-7D85A628397C}" srcOrd="0" destOrd="0" presId="urn:microsoft.com/office/officeart/2005/8/layout/hList3"/>
    <dgm:cxn modelId="{98B33F5D-3B03-406C-BC96-82CC3AC06BDF}" type="presOf" srcId="{A077D72A-CED5-44E6-8049-1D4BAC11A411}" destId="{39296727-3739-42E7-89EC-ACCF951E3041}" srcOrd="0" destOrd="0" presId="urn:microsoft.com/office/officeart/2005/8/layout/hList3"/>
    <dgm:cxn modelId="{A7053947-76D5-4D8B-97D4-DF5EE8CFFA2D}" type="presOf" srcId="{0767BB1B-DB5C-406F-965B-DE76F8CBFAD8}" destId="{928AF5BA-43E9-4142-A85A-879252B9866A}" srcOrd="0" destOrd="0" presId="urn:microsoft.com/office/officeart/2005/8/layout/hList3"/>
    <dgm:cxn modelId="{A2A3164D-A357-4D06-9446-99DFCE19356C}" srcId="{0767BB1B-DB5C-406F-965B-DE76F8CBFAD8}" destId="{7DD4FC07-7FE5-48E4-BAB7-DE48059AC76A}" srcOrd="1" destOrd="0" parTransId="{4AF3685D-AC8A-4EB4-9C3E-3BB85C6AE4C8}" sibTransId="{C12E3EB3-3A41-4A93-A7F5-C27E0EE1EF58}"/>
    <dgm:cxn modelId="{B5C4FB7E-F61D-4ED8-A55B-80E626FE3648}" type="presOf" srcId="{991F15AB-D4C5-41BC-9B26-C6963276F165}" destId="{796256E3-1741-4218-81B3-7C43FB4464A2}" srcOrd="0" destOrd="0" presId="urn:microsoft.com/office/officeart/2005/8/layout/hList3"/>
    <dgm:cxn modelId="{49222989-A285-44E5-83E1-AE398BF99ABE}" srcId="{0767BB1B-DB5C-406F-965B-DE76F8CBFAD8}" destId="{A077D72A-CED5-44E6-8049-1D4BAC11A411}" srcOrd="3" destOrd="0" parTransId="{A528E1CC-825B-498F-B6F5-3C7CB7995C3D}" sibTransId="{31BF5397-33FD-44C1-9F79-64E4C43B4CD9}"/>
    <dgm:cxn modelId="{BC90C597-0737-4D8F-BFBF-80FD1465C584}" srcId="{0767BB1B-DB5C-406F-965B-DE76F8CBFAD8}" destId="{991F15AB-D4C5-41BC-9B26-C6963276F165}" srcOrd="2" destOrd="0" parTransId="{B2A4624D-65B8-4D51-A9A3-EC68CBC401CE}" sibTransId="{97B783FE-040D-43D8-BFBD-E4FA7E7A81B6}"/>
    <dgm:cxn modelId="{AC8BF3A0-A5BA-4129-BAFC-2D4F92ED9566}" type="presOf" srcId="{D7F994ED-7BC8-47BA-9B0C-D8B3656624D5}" destId="{F037A3B3-EA35-403E-89C5-DF85B82CDC1A}" srcOrd="0" destOrd="0" presId="urn:microsoft.com/office/officeart/2005/8/layout/hList3"/>
    <dgm:cxn modelId="{1ACD4DCC-4DF3-4524-8D7F-F8AF73CC4929}" type="presOf" srcId="{7DD4FC07-7FE5-48E4-BAB7-DE48059AC76A}" destId="{4F75FFE8-F0DF-4A17-BCC6-54028E0951C3}" srcOrd="0" destOrd="0" presId="urn:microsoft.com/office/officeart/2005/8/layout/hList3"/>
    <dgm:cxn modelId="{1610A0E1-67ED-475B-8D22-0AFFD15D4237}" srcId="{C9505C43-2722-43AF-AECE-54F10489CD98}" destId="{0767BB1B-DB5C-406F-965B-DE76F8CBFAD8}" srcOrd="0" destOrd="0" parTransId="{6D5DA2E1-1EE7-4B37-A916-7A322DFCE467}" sibTransId="{DEE4BCBF-6133-4652-9DA5-B8761AADF68D}"/>
    <dgm:cxn modelId="{89F738FC-57E1-45F9-A148-79694DA2B07A}" type="presOf" srcId="{C9505C43-2722-43AF-AECE-54F10489CD98}" destId="{C006792A-2AB1-4D30-AD16-83BBE4201C32}" srcOrd="0" destOrd="0" presId="urn:microsoft.com/office/officeart/2005/8/layout/hList3"/>
    <dgm:cxn modelId="{F2BACA48-582A-47A2-A74E-8DC7A2834C5A}" type="presParOf" srcId="{C006792A-2AB1-4D30-AD16-83BBE4201C32}" destId="{928AF5BA-43E9-4142-A85A-879252B9866A}" srcOrd="0" destOrd="0" presId="urn:microsoft.com/office/officeart/2005/8/layout/hList3"/>
    <dgm:cxn modelId="{1DCC219C-0686-4B0F-AA34-CFC506EC6574}" type="presParOf" srcId="{C006792A-2AB1-4D30-AD16-83BBE4201C32}" destId="{E38A0293-0D4E-465E-ABA2-F98182BA3F0D}" srcOrd="1" destOrd="0" presId="urn:microsoft.com/office/officeart/2005/8/layout/hList3"/>
    <dgm:cxn modelId="{6D61AAE6-0846-46DD-97CB-0B549D091654}" type="presParOf" srcId="{E38A0293-0D4E-465E-ABA2-F98182BA3F0D}" destId="{E467A17B-7E7D-44C0-9D75-7D85A628397C}" srcOrd="0" destOrd="0" presId="urn:microsoft.com/office/officeart/2005/8/layout/hList3"/>
    <dgm:cxn modelId="{40441763-E3CB-407E-9779-CD1942E83EAF}" type="presParOf" srcId="{E38A0293-0D4E-465E-ABA2-F98182BA3F0D}" destId="{4F75FFE8-F0DF-4A17-BCC6-54028E0951C3}" srcOrd="1" destOrd="0" presId="urn:microsoft.com/office/officeart/2005/8/layout/hList3"/>
    <dgm:cxn modelId="{17AE8ADF-EA01-40A5-9284-757C35E6E36F}" type="presParOf" srcId="{E38A0293-0D4E-465E-ABA2-F98182BA3F0D}" destId="{796256E3-1741-4218-81B3-7C43FB4464A2}" srcOrd="2" destOrd="0" presId="urn:microsoft.com/office/officeart/2005/8/layout/hList3"/>
    <dgm:cxn modelId="{2BA62F2F-BC60-4ACA-B11E-3DB672684961}" type="presParOf" srcId="{E38A0293-0D4E-465E-ABA2-F98182BA3F0D}" destId="{39296727-3739-42E7-89EC-ACCF951E3041}" srcOrd="3" destOrd="0" presId="urn:microsoft.com/office/officeart/2005/8/layout/hList3"/>
    <dgm:cxn modelId="{953DCAC3-C16B-4206-A463-50416F23239D}" type="presParOf" srcId="{E38A0293-0D4E-465E-ABA2-F98182BA3F0D}" destId="{F037A3B3-EA35-403E-89C5-DF85B82CDC1A}" srcOrd="4" destOrd="0" presId="urn:microsoft.com/office/officeart/2005/8/layout/hList3"/>
    <dgm:cxn modelId="{3EA8419B-06F7-4332-AA8E-E26A7A02B7B3}" type="presParOf" srcId="{C006792A-2AB1-4D30-AD16-83BBE4201C32}" destId="{BCE7CFAA-852E-433B-8923-C9C85915B0A3}" srcOrd="2" destOrd="0" presId="urn:microsoft.com/office/officeart/2005/8/layout/hList3"/>
  </dgm:cxnLst>
  <dgm:bg>
    <a:solidFill>
      <a:schemeClr val="tx2"/>
    </a:solidFill>
  </dgm:bg>
  <dgm:whole/>
  <dgm:extLst>
    <a:ext uri="http://schemas.microsoft.com/office/drawing/2008/diagram">
      <dsp:dataModelExt xmlns:dsp="http://schemas.microsoft.com/office/drawing/2008/diagram" relId="rId13"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3A06F9A-4B5A-4298-9FC1-F89D1337F11C}" type="doc">
      <dgm:prSet loTypeId="urn:microsoft.com/office/officeart/2005/8/layout/hProcess4" loCatId="process" qsTypeId="urn:microsoft.com/office/officeart/2005/8/quickstyle/3d3" qsCatId="3D" csTypeId="urn:microsoft.com/office/officeart/2005/8/colors/colorful4" csCatId="colorful" phldr="1"/>
      <dgm:spPr/>
      <dgm:t>
        <a:bodyPr/>
        <a:lstStyle/>
        <a:p>
          <a:endParaRPr lang="en-US"/>
        </a:p>
      </dgm:t>
    </dgm:pt>
    <dgm:pt modelId="{E3293C77-6B75-4CDD-B558-572A2951D6AC}">
      <dgm:prSet phldrT="[Text]"/>
      <dgm:spPr/>
      <dgm:t>
        <a:bodyPr/>
        <a:lstStyle/>
        <a:p>
          <a:r>
            <a:rPr lang="en-US"/>
            <a:t>#1</a:t>
          </a:r>
        </a:p>
      </dgm:t>
    </dgm:pt>
    <dgm:pt modelId="{0D41E313-4880-4116-866C-674E7A213195}" type="parTrans" cxnId="{E282F3E8-795F-4C92-A71A-01E005A60AF5}">
      <dgm:prSet/>
      <dgm:spPr/>
      <dgm:t>
        <a:bodyPr/>
        <a:lstStyle/>
        <a:p>
          <a:endParaRPr lang="en-US"/>
        </a:p>
      </dgm:t>
    </dgm:pt>
    <dgm:pt modelId="{CAE3419F-A06A-451C-9A01-417E0D47779D}" type="sibTrans" cxnId="{E282F3E8-795F-4C92-A71A-01E005A60AF5}">
      <dgm:prSet/>
      <dgm:spPr/>
      <dgm:t>
        <a:bodyPr/>
        <a:lstStyle/>
        <a:p>
          <a:endParaRPr lang="en-US"/>
        </a:p>
      </dgm:t>
    </dgm:pt>
    <dgm:pt modelId="{C3BBCD5A-1B4E-4F9B-B8A7-DED3BAABF610}">
      <dgm:prSet phldrT="[Text]"/>
      <dgm:spPr/>
      <dgm:t>
        <a:bodyPr/>
        <a:lstStyle/>
        <a:p>
          <a:r>
            <a:rPr lang="en-US"/>
            <a:t>Stop the instance.</a:t>
          </a:r>
        </a:p>
      </dgm:t>
    </dgm:pt>
    <dgm:pt modelId="{1A9FCC50-7582-41F3-8BDB-A18E90498D7C}" type="parTrans" cxnId="{F194BFC8-297C-4AED-AC31-73E90A35F9DB}">
      <dgm:prSet/>
      <dgm:spPr/>
      <dgm:t>
        <a:bodyPr/>
        <a:lstStyle/>
        <a:p>
          <a:endParaRPr lang="en-US"/>
        </a:p>
      </dgm:t>
    </dgm:pt>
    <dgm:pt modelId="{E4FC593A-6CE5-4C52-BD03-6E9F624A8668}" type="sibTrans" cxnId="{F194BFC8-297C-4AED-AC31-73E90A35F9DB}">
      <dgm:prSet/>
      <dgm:spPr/>
      <dgm:t>
        <a:bodyPr/>
        <a:lstStyle/>
        <a:p>
          <a:endParaRPr lang="en-US"/>
        </a:p>
      </dgm:t>
    </dgm:pt>
    <dgm:pt modelId="{FAD5770C-C020-4661-A6C3-083CD13182FD}">
      <dgm:prSet phldrT="[Text]"/>
      <dgm:spPr/>
      <dgm:t>
        <a:bodyPr/>
        <a:lstStyle/>
        <a:p>
          <a:r>
            <a:rPr lang="en-US"/>
            <a:t>#2</a:t>
          </a:r>
        </a:p>
      </dgm:t>
    </dgm:pt>
    <dgm:pt modelId="{9DE27809-5E0D-4FD0-9113-CC1AF2BE471E}" type="parTrans" cxnId="{E8DC6A27-3F97-4910-BCEF-73A89C6749C3}">
      <dgm:prSet/>
      <dgm:spPr/>
      <dgm:t>
        <a:bodyPr/>
        <a:lstStyle/>
        <a:p>
          <a:endParaRPr lang="en-US"/>
        </a:p>
      </dgm:t>
    </dgm:pt>
    <dgm:pt modelId="{666D340D-F433-413F-B7D8-5762CD54EE85}" type="sibTrans" cxnId="{E8DC6A27-3F97-4910-BCEF-73A89C6749C3}">
      <dgm:prSet/>
      <dgm:spPr/>
      <dgm:t>
        <a:bodyPr/>
        <a:lstStyle/>
        <a:p>
          <a:endParaRPr lang="en-US"/>
        </a:p>
      </dgm:t>
    </dgm:pt>
    <dgm:pt modelId="{DF5B2A0A-3108-4719-AA49-F9134E98DF2B}">
      <dgm:prSet phldrT="[Text]"/>
      <dgm:spPr/>
      <dgm:t>
        <a:bodyPr/>
        <a:lstStyle/>
        <a:p>
          <a:r>
            <a:rPr lang="en-US"/>
            <a:t>Modify the instance.</a:t>
          </a:r>
        </a:p>
      </dgm:t>
    </dgm:pt>
    <dgm:pt modelId="{7DE55F7F-9570-4758-AE8C-7E75FC721BCB}" type="parTrans" cxnId="{6A3D5CC2-EBB0-407B-AA72-DBCA13148027}">
      <dgm:prSet/>
      <dgm:spPr/>
      <dgm:t>
        <a:bodyPr/>
        <a:lstStyle/>
        <a:p>
          <a:endParaRPr lang="en-US"/>
        </a:p>
      </dgm:t>
    </dgm:pt>
    <dgm:pt modelId="{6412621A-8521-44E0-AD03-706A5E6B62D8}" type="sibTrans" cxnId="{6A3D5CC2-EBB0-407B-AA72-DBCA13148027}">
      <dgm:prSet/>
      <dgm:spPr/>
      <dgm:t>
        <a:bodyPr/>
        <a:lstStyle/>
        <a:p>
          <a:endParaRPr lang="en-US"/>
        </a:p>
      </dgm:t>
    </dgm:pt>
    <dgm:pt modelId="{B1BD27E2-2451-42F6-890C-CB5D19ACA955}">
      <dgm:prSet phldrT="[Text]"/>
      <dgm:spPr/>
      <dgm:t>
        <a:bodyPr/>
        <a:lstStyle/>
        <a:p>
          <a:r>
            <a:rPr lang="en-US"/>
            <a:t>#3</a:t>
          </a:r>
        </a:p>
      </dgm:t>
    </dgm:pt>
    <dgm:pt modelId="{7FF811F9-E9B9-4210-A800-79BF4C760E1F}" type="parTrans" cxnId="{1BCAE879-5748-4EE7-AEEB-2D59F1D9B946}">
      <dgm:prSet/>
      <dgm:spPr/>
      <dgm:t>
        <a:bodyPr/>
        <a:lstStyle/>
        <a:p>
          <a:endParaRPr lang="en-US"/>
        </a:p>
      </dgm:t>
    </dgm:pt>
    <dgm:pt modelId="{6CE23762-2188-43E3-92DB-703172B3721E}" type="sibTrans" cxnId="{1BCAE879-5748-4EE7-AEEB-2D59F1D9B946}">
      <dgm:prSet/>
      <dgm:spPr/>
      <dgm:t>
        <a:bodyPr/>
        <a:lstStyle/>
        <a:p>
          <a:endParaRPr lang="en-US"/>
        </a:p>
      </dgm:t>
    </dgm:pt>
    <dgm:pt modelId="{1B96F156-5409-445F-9F5D-2EACD03417FE}">
      <dgm:prSet phldrT="[Text]"/>
      <dgm:spPr/>
      <dgm:t>
        <a:bodyPr/>
        <a:lstStyle/>
        <a:p>
          <a:r>
            <a:rPr lang="en-US"/>
            <a:t>Start the instance.</a:t>
          </a:r>
        </a:p>
      </dgm:t>
    </dgm:pt>
    <dgm:pt modelId="{1F582C98-AADD-40E6-B7D8-C0439F796ACF}" type="parTrans" cxnId="{BA034977-4C9D-434F-99BD-E10E5EA704F1}">
      <dgm:prSet/>
      <dgm:spPr/>
      <dgm:t>
        <a:bodyPr/>
        <a:lstStyle/>
        <a:p>
          <a:endParaRPr lang="en-US"/>
        </a:p>
      </dgm:t>
    </dgm:pt>
    <dgm:pt modelId="{DEF5CEEA-7DC2-46A6-9444-402F2FD71246}" type="sibTrans" cxnId="{BA034977-4C9D-434F-99BD-E10E5EA704F1}">
      <dgm:prSet/>
      <dgm:spPr/>
      <dgm:t>
        <a:bodyPr/>
        <a:lstStyle/>
        <a:p>
          <a:endParaRPr lang="en-US"/>
        </a:p>
      </dgm:t>
    </dgm:pt>
    <dgm:pt modelId="{F5C3E296-1A59-4A42-87E0-3E3F15AE56BB}" type="pres">
      <dgm:prSet presAssocID="{53A06F9A-4B5A-4298-9FC1-F89D1337F11C}" presName="Name0" presStyleCnt="0">
        <dgm:presLayoutVars>
          <dgm:dir/>
          <dgm:animLvl val="lvl"/>
          <dgm:resizeHandles val="exact"/>
        </dgm:presLayoutVars>
      </dgm:prSet>
      <dgm:spPr/>
    </dgm:pt>
    <dgm:pt modelId="{3E9C2F89-F953-4F3B-93A8-784CDDF7F062}" type="pres">
      <dgm:prSet presAssocID="{53A06F9A-4B5A-4298-9FC1-F89D1337F11C}" presName="tSp" presStyleCnt="0"/>
      <dgm:spPr/>
    </dgm:pt>
    <dgm:pt modelId="{F47A593C-F809-4B61-84A2-EAC4566C4C7F}" type="pres">
      <dgm:prSet presAssocID="{53A06F9A-4B5A-4298-9FC1-F89D1337F11C}" presName="bSp" presStyleCnt="0"/>
      <dgm:spPr/>
    </dgm:pt>
    <dgm:pt modelId="{9EF251ED-4C2D-4546-9817-1466287DA258}" type="pres">
      <dgm:prSet presAssocID="{53A06F9A-4B5A-4298-9FC1-F89D1337F11C}" presName="process" presStyleCnt="0"/>
      <dgm:spPr/>
    </dgm:pt>
    <dgm:pt modelId="{EA8FB206-00C0-40A8-9B98-EE6779BFBFA4}" type="pres">
      <dgm:prSet presAssocID="{E3293C77-6B75-4CDD-B558-572A2951D6AC}" presName="composite1" presStyleCnt="0"/>
      <dgm:spPr/>
    </dgm:pt>
    <dgm:pt modelId="{997B8E51-1647-4416-BC52-E969649A0CEC}" type="pres">
      <dgm:prSet presAssocID="{E3293C77-6B75-4CDD-B558-572A2951D6AC}" presName="dummyNode1" presStyleLbl="node1" presStyleIdx="0" presStyleCnt="3"/>
      <dgm:spPr/>
    </dgm:pt>
    <dgm:pt modelId="{06D5628D-C762-48E2-A1B5-F273105BBBC1}" type="pres">
      <dgm:prSet presAssocID="{E3293C77-6B75-4CDD-B558-572A2951D6AC}" presName="childNode1" presStyleLbl="bgAcc1" presStyleIdx="0" presStyleCnt="3">
        <dgm:presLayoutVars>
          <dgm:bulletEnabled val="1"/>
        </dgm:presLayoutVars>
      </dgm:prSet>
      <dgm:spPr/>
    </dgm:pt>
    <dgm:pt modelId="{3BC2D4ED-364B-4CDF-BA8F-1FD131486F06}" type="pres">
      <dgm:prSet presAssocID="{E3293C77-6B75-4CDD-B558-572A2951D6AC}" presName="childNode1tx" presStyleLbl="bgAcc1" presStyleIdx="0" presStyleCnt="3">
        <dgm:presLayoutVars>
          <dgm:bulletEnabled val="1"/>
        </dgm:presLayoutVars>
      </dgm:prSet>
      <dgm:spPr/>
    </dgm:pt>
    <dgm:pt modelId="{6A1FD718-7C06-47B1-B033-49E257435BDE}" type="pres">
      <dgm:prSet presAssocID="{E3293C77-6B75-4CDD-B558-572A2951D6AC}" presName="parentNode1" presStyleLbl="node1" presStyleIdx="0" presStyleCnt="3">
        <dgm:presLayoutVars>
          <dgm:chMax val="1"/>
          <dgm:bulletEnabled val="1"/>
        </dgm:presLayoutVars>
      </dgm:prSet>
      <dgm:spPr/>
    </dgm:pt>
    <dgm:pt modelId="{CC365120-470C-4F0A-A06B-0C9F24DE4C76}" type="pres">
      <dgm:prSet presAssocID="{E3293C77-6B75-4CDD-B558-572A2951D6AC}" presName="connSite1" presStyleCnt="0"/>
      <dgm:spPr/>
    </dgm:pt>
    <dgm:pt modelId="{99A7B185-8AE4-4610-AB65-494ABF0A0691}" type="pres">
      <dgm:prSet presAssocID="{CAE3419F-A06A-451C-9A01-417E0D47779D}" presName="Name9" presStyleLbl="sibTrans2D1" presStyleIdx="0" presStyleCnt="2"/>
      <dgm:spPr/>
    </dgm:pt>
    <dgm:pt modelId="{8CE5E861-F586-4507-8829-7546C557A388}" type="pres">
      <dgm:prSet presAssocID="{FAD5770C-C020-4661-A6C3-083CD13182FD}" presName="composite2" presStyleCnt="0"/>
      <dgm:spPr/>
    </dgm:pt>
    <dgm:pt modelId="{429D12C9-0FB4-45D8-8469-8018A46F11E2}" type="pres">
      <dgm:prSet presAssocID="{FAD5770C-C020-4661-A6C3-083CD13182FD}" presName="dummyNode2" presStyleLbl="node1" presStyleIdx="0" presStyleCnt="3"/>
      <dgm:spPr/>
    </dgm:pt>
    <dgm:pt modelId="{4E699A9A-EBA6-4B93-9104-932E67C562C5}" type="pres">
      <dgm:prSet presAssocID="{FAD5770C-C020-4661-A6C3-083CD13182FD}" presName="childNode2" presStyleLbl="bgAcc1" presStyleIdx="1" presStyleCnt="3">
        <dgm:presLayoutVars>
          <dgm:bulletEnabled val="1"/>
        </dgm:presLayoutVars>
      </dgm:prSet>
      <dgm:spPr/>
    </dgm:pt>
    <dgm:pt modelId="{CF110BEA-EB53-406A-86FB-73A9EC17602B}" type="pres">
      <dgm:prSet presAssocID="{FAD5770C-C020-4661-A6C3-083CD13182FD}" presName="childNode2tx" presStyleLbl="bgAcc1" presStyleIdx="1" presStyleCnt="3">
        <dgm:presLayoutVars>
          <dgm:bulletEnabled val="1"/>
        </dgm:presLayoutVars>
      </dgm:prSet>
      <dgm:spPr/>
    </dgm:pt>
    <dgm:pt modelId="{729C22DA-4230-45A9-B8B3-E507DBF35A7B}" type="pres">
      <dgm:prSet presAssocID="{FAD5770C-C020-4661-A6C3-083CD13182FD}" presName="parentNode2" presStyleLbl="node1" presStyleIdx="1" presStyleCnt="3">
        <dgm:presLayoutVars>
          <dgm:chMax val="0"/>
          <dgm:bulletEnabled val="1"/>
        </dgm:presLayoutVars>
      </dgm:prSet>
      <dgm:spPr/>
    </dgm:pt>
    <dgm:pt modelId="{B93E732A-950F-4FB0-AEFF-3F306DEFD81F}" type="pres">
      <dgm:prSet presAssocID="{FAD5770C-C020-4661-A6C3-083CD13182FD}" presName="connSite2" presStyleCnt="0"/>
      <dgm:spPr/>
    </dgm:pt>
    <dgm:pt modelId="{9340BD7A-A007-4322-BEC3-99C23E10E7BD}" type="pres">
      <dgm:prSet presAssocID="{666D340D-F433-413F-B7D8-5762CD54EE85}" presName="Name18" presStyleLbl="sibTrans2D1" presStyleIdx="1" presStyleCnt="2"/>
      <dgm:spPr/>
    </dgm:pt>
    <dgm:pt modelId="{A3EBE0FB-576A-4C1D-AC55-5533459992D7}" type="pres">
      <dgm:prSet presAssocID="{B1BD27E2-2451-42F6-890C-CB5D19ACA955}" presName="composite1" presStyleCnt="0"/>
      <dgm:spPr/>
    </dgm:pt>
    <dgm:pt modelId="{662D75D2-EF9A-4729-B620-334D5727C8DE}" type="pres">
      <dgm:prSet presAssocID="{B1BD27E2-2451-42F6-890C-CB5D19ACA955}" presName="dummyNode1" presStyleLbl="node1" presStyleIdx="1" presStyleCnt="3"/>
      <dgm:spPr/>
    </dgm:pt>
    <dgm:pt modelId="{AFA47C73-3D3B-409D-B49C-877505C52799}" type="pres">
      <dgm:prSet presAssocID="{B1BD27E2-2451-42F6-890C-CB5D19ACA955}" presName="childNode1" presStyleLbl="bgAcc1" presStyleIdx="2" presStyleCnt="3">
        <dgm:presLayoutVars>
          <dgm:bulletEnabled val="1"/>
        </dgm:presLayoutVars>
      </dgm:prSet>
      <dgm:spPr/>
    </dgm:pt>
    <dgm:pt modelId="{2874436C-846C-4C2F-AEE1-64952FAA65A5}" type="pres">
      <dgm:prSet presAssocID="{B1BD27E2-2451-42F6-890C-CB5D19ACA955}" presName="childNode1tx" presStyleLbl="bgAcc1" presStyleIdx="2" presStyleCnt="3">
        <dgm:presLayoutVars>
          <dgm:bulletEnabled val="1"/>
        </dgm:presLayoutVars>
      </dgm:prSet>
      <dgm:spPr/>
    </dgm:pt>
    <dgm:pt modelId="{1CDCD1BE-D6BD-4111-BDF4-53EF668885EB}" type="pres">
      <dgm:prSet presAssocID="{B1BD27E2-2451-42F6-890C-CB5D19ACA955}" presName="parentNode1" presStyleLbl="node1" presStyleIdx="2" presStyleCnt="3">
        <dgm:presLayoutVars>
          <dgm:chMax val="1"/>
          <dgm:bulletEnabled val="1"/>
        </dgm:presLayoutVars>
      </dgm:prSet>
      <dgm:spPr/>
    </dgm:pt>
    <dgm:pt modelId="{3A3CAFD9-AF45-4C8C-BFD1-70D929C68387}" type="pres">
      <dgm:prSet presAssocID="{B1BD27E2-2451-42F6-890C-CB5D19ACA955}" presName="connSite1" presStyleCnt="0"/>
      <dgm:spPr/>
    </dgm:pt>
  </dgm:ptLst>
  <dgm:cxnLst>
    <dgm:cxn modelId="{93728C02-8957-44E2-B6AA-ED8BFE6538F2}" type="presOf" srcId="{DF5B2A0A-3108-4719-AA49-F9134E98DF2B}" destId="{4E699A9A-EBA6-4B93-9104-932E67C562C5}" srcOrd="0" destOrd="0" presId="urn:microsoft.com/office/officeart/2005/8/layout/hProcess4"/>
    <dgm:cxn modelId="{6FF8090E-7F73-4102-950C-D9F2E3097777}" type="presOf" srcId="{53A06F9A-4B5A-4298-9FC1-F89D1337F11C}" destId="{F5C3E296-1A59-4A42-87E0-3E3F15AE56BB}" srcOrd="0" destOrd="0" presId="urn:microsoft.com/office/officeart/2005/8/layout/hProcess4"/>
    <dgm:cxn modelId="{E8DC6A27-3F97-4910-BCEF-73A89C6749C3}" srcId="{53A06F9A-4B5A-4298-9FC1-F89D1337F11C}" destId="{FAD5770C-C020-4661-A6C3-083CD13182FD}" srcOrd="1" destOrd="0" parTransId="{9DE27809-5E0D-4FD0-9113-CC1AF2BE471E}" sibTransId="{666D340D-F433-413F-B7D8-5762CD54EE85}"/>
    <dgm:cxn modelId="{E60A4D29-ADBE-4474-B998-F27147DE3398}" type="presOf" srcId="{CAE3419F-A06A-451C-9A01-417E0D47779D}" destId="{99A7B185-8AE4-4610-AB65-494ABF0A0691}" srcOrd="0" destOrd="0" presId="urn:microsoft.com/office/officeart/2005/8/layout/hProcess4"/>
    <dgm:cxn modelId="{BA034977-4C9D-434F-99BD-E10E5EA704F1}" srcId="{B1BD27E2-2451-42F6-890C-CB5D19ACA955}" destId="{1B96F156-5409-445F-9F5D-2EACD03417FE}" srcOrd="0" destOrd="0" parTransId="{1F582C98-AADD-40E6-B7D8-C0439F796ACF}" sibTransId="{DEF5CEEA-7DC2-46A6-9444-402F2FD71246}"/>
    <dgm:cxn modelId="{CAFCA157-9E7B-4498-96C8-9DE8D228CAC7}" type="presOf" srcId="{C3BBCD5A-1B4E-4F9B-B8A7-DED3BAABF610}" destId="{3BC2D4ED-364B-4CDF-BA8F-1FD131486F06}" srcOrd="1" destOrd="0" presId="urn:microsoft.com/office/officeart/2005/8/layout/hProcess4"/>
    <dgm:cxn modelId="{1BCAE879-5748-4EE7-AEEB-2D59F1D9B946}" srcId="{53A06F9A-4B5A-4298-9FC1-F89D1337F11C}" destId="{B1BD27E2-2451-42F6-890C-CB5D19ACA955}" srcOrd="2" destOrd="0" parTransId="{7FF811F9-E9B9-4210-A800-79BF4C760E1F}" sibTransId="{6CE23762-2188-43E3-92DB-703172B3721E}"/>
    <dgm:cxn modelId="{E49ED88C-4647-4B29-87B0-14C3B66BF4BA}" type="presOf" srcId="{B1BD27E2-2451-42F6-890C-CB5D19ACA955}" destId="{1CDCD1BE-D6BD-4111-BDF4-53EF668885EB}" srcOrd="0" destOrd="0" presId="urn:microsoft.com/office/officeart/2005/8/layout/hProcess4"/>
    <dgm:cxn modelId="{7A7F0B8F-6867-4601-B1EB-B10A0C20C0C2}" type="presOf" srcId="{E3293C77-6B75-4CDD-B558-572A2951D6AC}" destId="{6A1FD718-7C06-47B1-B033-49E257435BDE}" srcOrd="0" destOrd="0" presId="urn:microsoft.com/office/officeart/2005/8/layout/hProcess4"/>
    <dgm:cxn modelId="{0D0EC190-2557-425D-9425-325A4CECCAB4}" type="presOf" srcId="{666D340D-F433-413F-B7D8-5762CD54EE85}" destId="{9340BD7A-A007-4322-BEC3-99C23E10E7BD}" srcOrd="0" destOrd="0" presId="urn:microsoft.com/office/officeart/2005/8/layout/hProcess4"/>
    <dgm:cxn modelId="{4E2BD3A3-3CE9-4267-B446-28B5ADA588C0}" type="presOf" srcId="{1B96F156-5409-445F-9F5D-2EACD03417FE}" destId="{2874436C-846C-4C2F-AEE1-64952FAA65A5}" srcOrd="1" destOrd="0" presId="urn:microsoft.com/office/officeart/2005/8/layout/hProcess4"/>
    <dgm:cxn modelId="{BC77FCAF-5F2E-484D-ADC1-9436462C7921}" type="presOf" srcId="{DF5B2A0A-3108-4719-AA49-F9134E98DF2B}" destId="{CF110BEA-EB53-406A-86FB-73A9EC17602B}" srcOrd="1" destOrd="0" presId="urn:microsoft.com/office/officeart/2005/8/layout/hProcess4"/>
    <dgm:cxn modelId="{6A3D5CC2-EBB0-407B-AA72-DBCA13148027}" srcId="{FAD5770C-C020-4661-A6C3-083CD13182FD}" destId="{DF5B2A0A-3108-4719-AA49-F9134E98DF2B}" srcOrd="0" destOrd="0" parTransId="{7DE55F7F-9570-4758-AE8C-7E75FC721BCB}" sibTransId="{6412621A-8521-44E0-AD03-706A5E6B62D8}"/>
    <dgm:cxn modelId="{F194BFC8-297C-4AED-AC31-73E90A35F9DB}" srcId="{E3293C77-6B75-4CDD-B558-572A2951D6AC}" destId="{C3BBCD5A-1B4E-4F9B-B8A7-DED3BAABF610}" srcOrd="0" destOrd="0" parTransId="{1A9FCC50-7582-41F3-8BDB-A18E90498D7C}" sibTransId="{E4FC593A-6CE5-4C52-BD03-6E9F624A8668}"/>
    <dgm:cxn modelId="{1ABC86CA-2FAB-43EA-B34C-D6B46CD5138E}" type="presOf" srcId="{C3BBCD5A-1B4E-4F9B-B8A7-DED3BAABF610}" destId="{06D5628D-C762-48E2-A1B5-F273105BBBC1}" srcOrd="0" destOrd="0" presId="urn:microsoft.com/office/officeart/2005/8/layout/hProcess4"/>
    <dgm:cxn modelId="{3041ACD2-921F-41C7-9D65-DF2857145F63}" type="presOf" srcId="{FAD5770C-C020-4661-A6C3-083CD13182FD}" destId="{729C22DA-4230-45A9-B8B3-E507DBF35A7B}" srcOrd="0" destOrd="0" presId="urn:microsoft.com/office/officeart/2005/8/layout/hProcess4"/>
    <dgm:cxn modelId="{E282F3E8-795F-4C92-A71A-01E005A60AF5}" srcId="{53A06F9A-4B5A-4298-9FC1-F89D1337F11C}" destId="{E3293C77-6B75-4CDD-B558-572A2951D6AC}" srcOrd="0" destOrd="0" parTransId="{0D41E313-4880-4116-866C-674E7A213195}" sibTransId="{CAE3419F-A06A-451C-9A01-417E0D47779D}"/>
    <dgm:cxn modelId="{79C3EBEA-5AD6-4133-B1AE-117245CA4D15}" type="presOf" srcId="{1B96F156-5409-445F-9F5D-2EACD03417FE}" destId="{AFA47C73-3D3B-409D-B49C-877505C52799}" srcOrd="0" destOrd="0" presId="urn:microsoft.com/office/officeart/2005/8/layout/hProcess4"/>
    <dgm:cxn modelId="{D587B962-A4D2-488D-81D7-76E66ABD2987}" type="presParOf" srcId="{F5C3E296-1A59-4A42-87E0-3E3F15AE56BB}" destId="{3E9C2F89-F953-4F3B-93A8-784CDDF7F062}" srcOrd="0" destOrd="0" presId="urn:microsoft.com/office/officeart/2005/8/layout/hProcess4"/>
    <dgm:cxn modelId="{B0B446C6-E349-41A2-9382-C970EC279694}" type="presParOf" srcId="{F5C3E296-1A59-4A42-87E0-3E3F15AE56BB}" destId="{F47A593C-F809-4B61-84A2-EAC4566C4C7F}" srcOrd="1" destOrd="0" presId="urn:microsoft.com/office/officeart/2005/8/layout/hProcess4"/>
    <dgm:cxn modelId="{2EDC8885-6D5F-4BA8-8ACB-42B693378A9A}" type="presParOf" srcId="{F5C3E296-1A59-4A42-87E0-3E3F15AE56BB}" destId="{9EF251ED-4C2D-4546-9817-1466287DA258}" srcOrd="2" destOrd="0" presId="urn:microsoft.com/office/officeart/2005/8/layout/hProcess4"/>
    <dgm:cxn modelId="{909779FF-5C3B-4245-8FE2-E64AF36B35A2}" type="presParOf" srcId="{9EF251ED-4C2D-4546-9817-1466287DA258}" destId="{EA8FB206-00C0-40A8-9B98-EE6779BFBFA4}" srcOrd="0" destOrd="0" presId="urn:microsoft.com/office/officeart/2005/8/layout/hProcess4"/>
    <dgm:cxn modelId="{6F198292-2DFB-4FA0-B407-861AF600079E}" type="presParOf" srcId="{EA8FB206-00C0-40A8-9B98-EE6779BFBFA4}" destId="{997B8E51-1647-4416-BC52-E969649A0CEC}" srcOrd="0" destOrd="0" presId="urn:microsoft.com/office/officeart/2005/8/layout/hProcess4"/>
    <dgm:cxn modelId="{EB09E0D8-0597-411D-95F8-B0931B3E2169}" type="presParOf" srcId="{EA8FB206-00C0-40A8-9B98-EE6779BFBFA4}" destId="{06D5628D-C762-48E2-A1B5-F273105BBBC1}" srcOrd="1" destOrd="0" presId="urn:microsoft.com/office/officeart/2005/8/layout/hProcess4"/>
    <dgm:cxn modelId="{8BC1BEDB-A116-4146-BDD6-A17E75FD40F1}" type="presParOf" srcId="{EA8FB206-00C0-40A8-9B98-EE6779BFBFA4}" destId="{3BC2D4ED-364B-4CDF-BA8F-1FD131486F06}" srcOrd="2" destOrd="0" presId="urn:microsoft.com/office/officeart/2005/8/layout/hProcess4"/>
    <dgm:cxn modelId="{0D6BE154-03C4-40AE-B084-E2C356D886A9}" type="presParOf" srcId="{EA8FB206-00C0-40A8-9B98-EE6779BFBFA4}" destId="{6A1FD718-7C06-47B1-B033-49E257435BDE}" srcOrd="3" destOrd="0" presId="urn:microsoft.com/office/officeart/2005/8/layout/hProcess4"/>
    <dgm:cxn modelId="{BBFC7DDC-5738-4327-95C0-5EB60A44E616}" type="presParOf" srcId="{EA8FB206-00C0-40A8-9B98-EE6779BFBFA4}" destId="{CC365120-470C-4F0A-A06B-0C9F24DE4C76}" srcOrd="4" destOrd="0" presId="urn:microsoft.com/office/officeart/2005/8/layout/hProcess4"/>
    <dgm:cxn modelId="{3C23843A-07B4-4402-97ED-4EF0A003F684}" type="presParOf" srcId="{9EF251ED-4C2D-4546-9817-1466287DA258}" destId="{99A7B185-8AE4-4610-AB65-494ABF0A0691}" srcOrd="1" destOrd="0" presId="urn:microsoft.com/office/officeart/2005/8/layout/hProcess4"/>
    <dgm:cxn modelId="{AFD421F8-4106-467C-B8C6-927C3801416C}" type="presParOf" srcId="{9EF251ED-4C2D-4546-9817-1466287DA258}" destId="{8CE5E861-F586-4507-8829-7546C557A388}" srcOrd="2" destOrd="0" presId="urn:microsoft.com/office/officeart/2005/8/layout/hProcess4"/>
    <dgm:cxn modelId="{7F587D38-07A6-4D72-AB19-CBA4FC0C921D}" type="presParOf" srcId="{8CE5E861-F586-4507-8829-7546C557A388}" destId="{429D12C9-0FB4-45D8-8469-8018A46F11E2}" srcOrd="0" destOrd="0" presId="urn:microsoft.com/office/officeart/2005/8/layout/hProcess4"/>
    <dgm:cxn modelId="{7B6A116E-99EB-42F7-B071-9ACC8D94E9F1}" type="presParOf" srcId="{8CE5E861-F586-4507-8829-7546C557A388}" destId="{4E699A9A-EBA6-4B93-9104-932E67C562C5}" srcOrd="1" destOrd="0" presId="urn:microsoft.com/office/officeart/2005/8/layout/hProcess4"/>
    <dgm:cxn modelId="{2FBF1328-BF90-4FAF-9D57-509C3B94C97B}" type="presParOf" srcId="{8CE5E861-F586-4507-8829-7546C557A388}" destId="{CF110BEA-EB53-406A-86FB-73A9EC17602B}" srcOrd="2" destOrd="0" presId="urn:microsoft.com/office/officeart/2005/8/layout/hProcess4"/>
    <dgm:cxn modelId="{AF822921-FBA0-45B1-BAB6-EBF2867029FA}" type="presParOf" srcId="{8CE5E861-F586-4507-8829-7546C557A388}" destId="{729C22DA-4230-45A9-B8B3-E507DBF35A7B}" srcOrd="3" destOrd="0" presId="urn:microsoft.com/office/officeart/2005/8/layout/hProcess4"/>
    <dgm:cxn modelId="{77949AF3-A4B2-49C1-8CEF-630EC50612F1}" type="presParOf" srcId="{8CE5E861-F586-4507-8829-7546C557A388}" destId="{B93E732A-950F-4FB0-AEFF-3F306DEFD81F}" srcOrd="4" destOrd="0" presId="urn:microsoft.com/office/officeart/2005/8/layout/hProcess4"/>
    <dgm:cxn modelId="{E570806B-2537-41AB-9C6F-02C21AB7D923}" type="presParOf" srcId="{9EF251ED-4C2D-4546-9817-1466287DA258}" destId="{9340BD7A-A007-4322-BEC3-99C23E10E7BD}" srcOrd="3" destOrd="0" presId="urn:microsoft.com/office/officeart/2005/8/layout/hProcess4"/>
    <dgm:cxn modelId="{95977973-6C9B-4AB7-B0AA-9162AB77BB9B}" type="presParOf" srcId="{9EF251ED-4C2D-4546-9817-1466287DA258}" destId="{A3EBE0FB-576A-4C1D-AC55-5533459992D7}" srcOrd="4" destOrd="0" presId="urn:microsoft.com/office/officeart/2005/8/layout/hProcess4"/>
    <dgm:cxn modelId="{6A8B8AC8-9F2F-422A-9E8F-7A2228C045C2}" type="presParOf" srcId="{A3EBE0FB-576A-4C1D-AC55-5533459992D7}" destId="{662D75D2-EF9A-4729-B620-334D5727C8DE}" srcOrd="0" destOrd="0" presId="urn:microsoft.com/office/officeart/2005/8/layout/hProcess4"/>
    <dgm:cxn modelId="{7F383C84-6029-42E9-A5CE-B9AD17AF27C2}" type="presParOf" srcId="{A3EBE0FB-576A-4C1D-AC55-5533459992D7}" destId="{AFA47C73-3D3B-409D-B49C-877505C52799}" srcOrd="1" destOrd="0" presId="urn:microsoft.com/office/officeart/2005/8/layout/hProcess4"/>
    <dgm:cxn modelId="{6682FB0B-FDE6-4B9B-B14A-94BA182B8485}" type="presParOf" srcId="{A3EBE0FB-576A-4C1D-AC55-5533459992D7}" destId="{2874436C-846C-4C2F-AEE1-64952FAA65A5}" srcOrd="2" destOrd="0" presId="urn:microsoft.com/office/officeart/2005/8/layout/hProcess4"/>
    <dgm:cxn modelId="{62DB990B-7B99-429F-8CA0-9A2FE832FA75}" type="presParOf" srcId="{A3EBE0FB-576A-4C1D-AC55-5533459992D7}" destId="{1CDCD1BE-D6BD-4111-BDF4-53EF668885EB}" srcOrd="3" destOrd="0" presId="urn:microsoft.com/office/officeart/2005/8/layout/hProcess4"/>
    <dgm:cxn modelId="{50D1E263-13C4-4667-A2C3-C8F46B435DEA}" type="presParOf" srcId="{A3EBE0FB-576A-4C1D-AC55-5533459992D7}" destId="{3A3CAFD9-AF45-4C8C-BFD1-70D929C68387}"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B2B7447-4FDF-4495-B9EC-30A62AF2C72F}"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DA0F0B3E-F649-4520-8C51-739C6739B010}">
      <dgm:prSet phldrT="[Text]"/>
      <dgm:spPr>
        <a:solidFill>
          <a:srgbClr val="0070C0"/>
        </a:solidFill>
        <a:ln>
          <a:solidFill>
            <a:srgbClr val="0070C0"/>
          </a:solidFill>
        </a:ln>
      </dgm:spPr>
      <dgm:t>
        <a:bodyPr/>
        <a:lstStyle/>
        <a:p>
          <a:r>
            <a:rPr lang="en-US" b="1"/>
            <a:t>Best Practice</a:t>
          </a:r>
        </a:p>
      </dgm:t>
    </dgm:pt>
    <dgm:pt modelId="{D3148CC9-FB79-4C4C-A0DB-A263C906CD38}" type="parTrans" cxnId="{E46C7FE2-6E63-4358-96DB-932C2315CF24}">
      <dgm:prSet/>
      <dgm:spPr/>
      <dgm:t>
        <a:bodyPr/>
        <a:lstStyle/>
        <a:p>
          <a:endParaRPr lang="en-US"/>
        </a:p>
      </dgm:t>
    </dgm:pt>
    <dgm:pt modelId="{F73F6366-8D3C-49D1-8C08-C564F87D8D39}" type="sibTrans" cxnId="{E46C7FE2-6E63-4358-96DB-932C2315CF24}">
      <dgm:prSet/>
      <dgm:spPr/>
      <dgm:t>
        <a:bodyPr/>
        <a:lstStyle/>
        <a:p>
          <a:endParaRPr lang="en-US"/>
        </a:p>
      </dgm:t>
    </dgm:pt>
    <dgm:pt modelId="{D5D67A17-EFA2-4231-94BB-E07403A4206E}">
      <dgm:prSet phldrT="[Text]" custT="1"/>
      <dgm:spPr>
        <a:ln>
          <a:noFill/>
        </a:ln>
      </dgm:spPr>
      <dgm:t>
        <a:bodyPr anchor="ctr"/>
        <a:lstStyle/>
        <a:p>
          <a:pPr algn="ctr"/>
          <a:r>
            <a:rPr lang="en-US" sz="2800" b="1">
              <a:solidFill>
                <a:srgbClr val="0070C0"/>
              </a:solidFill>
            </a:rPr>
            <a:t>Use encrypted root Amazon EBS volumes </a:t>
          </a:r>
          <a:br>
            <a:rPr lang="en-US" sz="2800" b="1">
              <a:solidFill>
                <a:srgbClr val="0070C0"/>
              </a:solidFill>
            </a:rPr>
          </a:br>
          <a:r>
            <a:rPr lang="en-US" sz="2800" b="1">
              <a:solidFill>
                <a:srgbClr val="0070C0"/>
              </a:solidFill>
            </a:rPr>
            <a:t>to secure state information.</a:t>
          </a:r>
        </a:p>
      </dgm:t>
    </dgm:pt>
    <dgm:pt modelId="{56A5921D-D3DD-4BE9-AE80-D133F91AC37A}" type="parTrans" cxnId="{BF959DC3-F9B1-4ADB-B486-3422E14079E3}">
      <dgm:prSet/>
      <dgm:spPr/>
      <dgm:t>
        <a:bodyPr/>
        <a:lstStyle/>
        <a:p>
          <a:endParaRPr lang="en-US"/>
        </a:p>
      </dgm:t>
    </dgm:pt>
    <dgm:pt modelId="{4132BAFE-8432-49B1-BA83-24CAE6640122}" type="sibTrans" cxnId="{BF959DC3-F9B1-4ADB-B486-3422E14079E3}">
      <dgm:prSet/>
      <dgm:spPr/>
      <dgm:t>
        <a:bodyPr/>
        <a:lstStyle/>
        <a:p>
          <a:endParaRPr lang="en-US"/>
        </a:p>
      </dgm:t>
    </dgm:pt>
    <dgm:pt modelId="{872B8DC2-1B12-4D55-ADC4-332FFE7B01C9}" type="pres">
      <dgm:prSet presAssocID="{3B2B7447-4FDF-4495-B9EC-30A62AF2C72F}" presName="Name0" presStyleCnt="0">
        <dgm:presLayoutVars>
          <dgm:chMax/>
          <dgm:chPref val="3"/>
          <dgm:dir/>
          <dgm:animOne val="branch"/>
          <dgm:animLvl val="lvl"/>
        </dgm:presLayoutVars>
      </dgm:prSet>
      <dgm:spPr/>
    </dgm:pt>
    <dgm:pt modelId="{0F134AF6-13E2-47F5-8B8B-4EC19FF73B2F}" type="pres">
      <dgm:prSet presAssocID="{DA0F0B3E-F649-4520-8C51-739C6739B010}" presName="composite" presStyleCnt="0"/>
      <dgm:spPr/>
    </dgm:pt>
    <dgm:pt modelId="{F9D5E7C7-2F78-4B43-8DA9-3CE7A5C8DAF7}" type="pres">
      <dgm:prSet presAssocID="{DA0F0B3E-F649-4520-8C51-739C6739B010}" presName="FirstChild" presStyleLbl="revTx" presStyleIdx="0" presStyleCnt="1" custScaleY="273455" custLinFactNeighborY="-13434">
        <dgm:presLayoutVars>
          <dgm:chMax val="0"/>
          <dgm:chPref val="0"/>
          <dgm:bulletEnabled val="1"/>
        </dgm:presLayoutVars>
      </dgm:prSet>
      <dgm:spPr/>
    </dgm:pt>
    <dgm:pt modelId="{E5A1A405-B0C3-4D7C-B111-5B7A3FACF8FA}" type="pres">
      <dgm:prSet presAssocID="{DA0F0B3E-F649-4520-8C51-739C6739B010}" presName="Parent" presStyleLbl="alignNode1" presStyleIdx="0" presStyleCnt="1">
        <dgm:presLayoutVars>
          <dgm:chMax val="3"/>
          <dgm:chPref val="3"/>
          <dgm:bulletEnabled val="1"/>
        </dgm:presLayoutVars>
      </dgm:prSet>
      <dgm:spPr/>
    </dgm:pt>
    <dgm:pt modelId="{912760D7-781C-4C7E-952D-282C8AC7BC96}" type="pres">
      <dgm:prSet presAssocID="{DA0F0B3E-F649-4520-8C51-739C6739B010}" presName="Accent" presStyleLbl="parChTrans1D1" presStyleIdx="0" presStyleCnt="1"/>
      <dgm:spPr>
        <a:ln>
          <a:solidFill>
            <a:srgbClr val="0070C0"/>
          </a:solidFill>
        </a:ln>
      </dgm:spPr>
    </dgm:pt>
  </dgm:ptLst>
  <dgm:cxnLst>
    <dgm:cxn modelId="{D7E59539-C9E4-40E1-A241-AD6306D3DAAF}" type="presOf" srcId="{DA0F0B3E-F649-4520-8C51-739C6739B010}" destId="{E5A1A405-B0C3-4D7C-B111-5B7A3FACF8FA}" srcOrd="0" destOrd="0" presId="urn:microsoft.com/office/officeart/2011/layout/TabList"/>
    <dgm:cxn modelId="{B25F60A2-1750-468B-8C14-93E96D9E6113}" type="presOf" srcId="{3B2B7447-4FDF-4495-B9EC-30A62AF2C72F}" destId="{872B8DC2-1B12-4D55-ADC4-332FFE7B01C9}" srcOrd="0" destOrd="0" presId="urn:microsoft.com/office/officeart/2011/layout/TabList"/>
    <dgm:cxn modelId="{BF959DC3-F9B1-4ADB-B486-3422E14079E3}" srcId="{DA0F0B3E-F649-4520-8C51-739C6739B010}" destId="{D5D67A17-EFA2-4231-94BB-E07403A4206E}" srcOrd="0" destOrd="0" parTransId="{56A5921D-D3DD-4BE9-AE80-D133F91AC37A}" sibTransId="{4132BAFE-8432-49B1-BA83-24CAE6640122}"/>
    <dgm:cxn modelId="{E46C7FE2-6E63-4358-96DB-932C2315CF24}" srcId="{3B2B7447-4FDF-4495-B9EC-30A62AF2C72F}" destId="{DA0F0B3E-F649-4520-8C51-739C6739B010}" srcOrd="0" destOrd="0" parTransId="{D3148CC9-FB79-4C4C-A0DB-A263C906CD38}" sibTransId="{F73F6366-8D3C-49D1-8C08-C564F87D8D39}"/>
    <dgm:cxn modelId="{AEAE95F9-91A2-45D1-AE16-74FA00011119}" type="presOf" srcId="{D5D67A17-EFA2-4231-94BB-E07403A4206E}" destId="{F9D5E7C7-2F78-4B43-8DA9-3CE7A5C8DAF7}" srcOrd="0" destOrd="0" presId="urn:microsoft.com/office/officeart/2011/layout/TabList"/>
    <dgm:cxn modelId="{54F9EC64-5323-4D16-91EC-1F0DEFCE747F}" type="presParOf" srcId="{872B8DC2-1B12-4D55-ADC4-332FFE7B01C9}" destId="{0F134AF6-13E2-47F5-8B8B-4EC19FF73B2F}" srcOrd="0" destOrd="0" presId="urn:microsoft.com/office/officeart/2011/layout/TabList"/>
    <dgm:cxn modelId="{D7D65E25-F9B5-43C6-A8AC-2EA8205721A4}" type="presParOf" srcId="{0F134AF6-13E2-47F5-8B8B-4EC19FF73B2F}" destId="{F9D5E7C7-2F78-4B43-8DA9-3CE7A5C8DAF7}" srcOrd="0" destOrd="0" presId="urn:microsoft.com/office/officeart/2011/layout/TabList"/>
    <dgm:cxn modelId="{89037877-E540-464D-8619-5D2B9330E258}" type="presParOf" srcId="{0F134AF6-13E2-47F5-8B8B-4EC19FF73B2F}" destId="{E5A1A405-B0C3-4D7C-B111-5B7A3FACF8FA}" srcOrd="1" destOrd="0" presId="urn:microsoft.com/office/officeart/2011/layout/TabList"/>
    <dgm:cxn modelId="{5F9325C3-5460-41F5-B20B-84A857CAA519}" type="presParOf" srcId="{0F134AF6-13E2-47F5-8B8B-4EC19FF73B2F}" destId="{912760D7-781C-4C7E-952D-282C8AC7BC96}"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32D77-7475-461C-A8BF-0EBB01C18425}">
      <dsp:nvSpPr>
        <dsp:cNvPr id="0" name=""/>
        <dsp:cNvSpPr/>
      </dsp:nvSpPr>
      <dsp:spPr>
        <a:xfrm>
          <a:off x="1368" y="738"/>
          <a:ext cx="4791765" cy="2095572"/>
        </a:xfrm>
        <a:prstGeom prst="roundRect">
          <a:avLst>
            <a:gd name="adj" fmla="val 10000"/>
          </a:avLst>
        </a:prstGeom>
        <a:solidFill>
          <a:schemeClr val="accent6">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5500" b="1" kern="1200"/>
            <a:t>AMIs consist of:</a:t>
          </a:r>
        </a:p>
      </dsp:txBody>
      <dsp:txXfrm>
        <a:off x="62745" y="62115"/>
        <a:ext cx="4669011" cy="1972818"/>
      </dsp:txXfrm>
    </dsp:sp>
    <dsp:sp modelId="{03194885-A7E2-4E1D-83E7-E1D3D107D1B2}">
      <dsp:nvSpPr>
        <dsp:cNvPr id="0" name=""/>
        <dsp:cNvSpPr/>
      </dsp:nvSpPr>
      <dsp:spPr>
        <a:xfrm>
          <a:off x="1368" y="2392948"/>
          <a:ext cx="1550323" cy="2095572"/>
        </a:xfrm>
        <a:prstGeom prst="roundRect">
          <a:avLst>
            <a:gd name="adj" fmla="val 10000"/>
          </a:avLst>
        </a:prstGeom>
        <a:solidFill>
          <a:schemeClr val="accent6">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Template for instance volumes</a:t>
          </a:r>
        </a:p>
      </dsp:txBody>
      <dsp:txXfrm>
        <a:off x="46775" y="2438355"/>
        <a:ext cx="1459509" cy="2004758"/>
      </dsp:txXfrm>
    </dsp:sp>
    <dsp:sp modelId="{AFAC34A9-E1BB-49A6-BDCA-EF9CA96369CB}">
      <dsp:nvSpPr>
        <dsp:cNvPr id="0" name=""/>
        <dsp:cNvSpPr/>
      </dsp:nvSpPr>
      <dsp:spPr>
        <a:xfrm>
          <a:off x="1622089" y="2392948"/>
          <a:ext cx="1550323" cy="2095572"/>
        </a:xfrm>
        <a:prstGeom prst="roundRect">
          <a:avLst>
            <a:gd name="adj" fmla="val 10000"/>
          </a:avLst>
        </a:prstGeom>
        <a:solidFill>
          <a:schemeClr val="accent6">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Launch permissions</a:t>
          </a:r>
        </a:p>
      </dsp:txBody>
      <dsp:txXfrm>
        <a:off x="1667496" y="2438355"/>
        <a:ext cx="1459509" cy="2004758"/>
      </dsp:txXfrm>
    </dsp:sp>
    <dsp:sp modelId="{2A2A9CE5-AB98-403A-A670-90075966D1B8}">
      <dsp:nvSpPr>
        <dsp:cNvPr id="0" name=""/>
        <dsp:cNvSpPr/>
      </dsp:nvSpPr>
      <dsp:spPr>
        <a:xfrm>
          <a:off x="3242810" y="2392948"/>
          <a:ext cx="1550323" cy="2095572"/>
        </a:xfrm>
        <a:prstGeom prst="roundRect">
          <a:avLst>
            <a:gd name="adj" fmla="val 10000"/>
          </a:avLst>
        </a:prstGeom>
        <a:solidFill>
          <a:schemeClr val="accent6">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Block device mappings</a:t>
          </a:r>
        </a:p>
      </dsp:txBody>
      <dsp:txXfrm>
        <a:off x="3288217" y="2438355"/>
        <a:ext cx="1459509" cy="2004758"/>
      </dsp:txXfrm>
    </dsp:sp>
    <dsp:sp modelId="{B08B139D-0015-469B-B9FB-1284BB147808}">
      <dsp:nvSpPr>
        <dsp:cNvPr id="0" name=""/>
        <dsp:cNvSpPr/>
      </dsp:nvSpPr>
      <dsp:spPr>
        <a:xfrm>
          <a:off x="4933928" y="738"/>
          <a:ext cx="6412486" cy="2095572"/>
        </a:xfrm>
        <a:prstGeom prst="roundRect">
          <a:avLst>
            <a:gd name="adj" fmla="val 10000"/>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5500" b="1" kern="1200"/>
            <a:t>AMI choices:</a:t>
          </a:r>
        </a:p>
      </dsp:txBody>
      <dsp:txXfrm>
        <a:off x="4995305" y="62115"/>
        <a:ext cx="6289732" cy="1972818"/>
      </dsp:txXfrm>
    </dsp:sp>
    <dsp:sp modelId="{D69209A7-ADE6-49C0-ABDD-D914A5CE2693}">
      <dsp:nvSpPr>
        <dsp:cNvPr id="0" name=""/>
        <dsp:cNvSpPr/>
      </dsp:nvSpPr>
      <dsp:spPr>
        <a:xfrm>
          <a:off x="4933928" y="2392948"/>
          <a:ext cx="1550323" cy="2095572"/>
        </a:xfrm>
        <a:prstGeom prst="roundRect">
          <a:avLst>
            <a:gd name="adj" fmla="val 10000"/>
          </a:avLst>
        </a:prstGeom>
        <a:solidFill>
          <a:schemeClr val="accent5">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AWS Provided</a:t>
          </a:r>
        </a:p>
      </dsp:txBody>
      <dsp:txXfrm>
        <a:off x="4979335" y="2438355"/>
        <a:ext cx="1459509" cy="2004758"/>
      </dsp:txXfrm>
    </dsp:sp>
    <dsp:sp modelId="{EC59A410-8B0E-4882-B216-585AA881E7DD}">
      <dsp:nvSpPr>
        <dsp:cNvPr id="0" name=""/>
        <dsp:cNvSpPr/>
      </dsp:nvSpPr>
      <dsp:spPr>
        <a:xfrm>
          <a:off x="6554649" y="2392948"/>
          <a:ext cx="1550323" cy="2095572"/>
        </a:xfrm>
        <a:prstGeom prst="roundRect">
          <a:avLst>
            <a:gd name="adj" fmla="val 10000"/>
          </a:avLst>
        </a:prstGeom>
        <a:solidFill>
          <a:schemeClr val="accent5">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User Built</a:t>
          </a:r>
        </a:p>
      </dsp:txBody>
      <dsp:txXfrm>
        <a:off x="6600056" y="2438355"/>
        <a:ext cx="1459509" cy="2004758"/>
      </dsp:txXfrm>
    </dsp:sp>
    <dsp:sp modelId="{3BDF3E54-0D61-415F-B99A-0640205C3F35}">
      <dsp:nvSpPr>
        <dsp:cNvPr id="0" name=""/>
        <dsp:cNvSpPr/>
      </dsp:nvSpPr>
      <dsp:spPr>
        <a:xfrm>
          <a:off x="8175370" y="2392948"/>
          <a:ext cx="1550323" cy="2095572"/>
        </a:xfrm>
        <a:prstGeom prst="roundRect">
          <a:avLst>
            <a:gd name="adj" fmla="val 10000"/>
          </a:avLst>
        </a:prstGeom>
        <a:solidFill>
          <a:schemeClr val="accent5">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Community</a:t>
          </a:r>
        </a:p>
      </dsp:txBody>
      <dsp:txXfrm>
        <a:off x="8220777" y="2438355"/>
        <a:ext cx="1459509" cy="2004758"/>
      </dsp:txXfrm>
    </dsp:sp>
    <dsp:sp modelId="{FF0AFB6B-C30E-404D-B1BD-B4B9844FE8D5}">
      <dsp:nvSpPr>
        <dsp:cNvPr id="0" name=""/>
        <dsp:cNvSpPr/>
      </dsp:nvSpPr>
      <dsp:spPr>
        <a:xfrm>
          <a:off x="9796091" y="2392948"/>
          <a:ext cx="1550323" cy="2095572"/>
        </a:xfrm>
        <a:prstGeom prst="roundRect">
          <a:avLst>
            <a:gd name="adj" fmla="val 10000"/>
          </a:avLst>
        </a:prstGeom>
        <a:solidFill>
          <a:schemeClr val="accent5">
            <a:lumMod val="20000"/>
            <a:lumOff val="8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a:solidFill>
                <a:schemeClr val="tx1">
                  <a:lumMod val="85000"/>
                  <a:lumOff val="15000"/>
                </a:schemeClr>
              </a:solidFill>
            </a:rPr>
            <a:t>Marketplace</a:t>
          </a:r>
        </a:p>
      </dsp:txBody>
      <dsp:txXfrm>
        <a:off x="9841498" y="2438355"/>
        <a:ext cx="1459509" cy="20047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15D98B-F13E-41E9-8EB1-D8002C68A299}">
      <dsp:nvSpPr>
        <dsp:cNvPr id="0" name=""/>
        <dsp:cNvSpPr/>
      </dsp:nvSpPr>
      <dsp:spPr>
        <a:xfrm>
          <a:off x="3998" y="2284"/>
          <a:ext cx="10824344" cy="1612464"/>
        </a:xfrm>
        <a:prstGeom prst="roundRect">
          <a:avLst>
            <a:gd name="adj" fmla="val 10000"/>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Amazon Ember" panose="02000000000000000000" pitchFamily="2" charset="0"/>
              <a:ea typeface="Amazon Ember" panose="02000000000000000000" pitchFamily="2" charset="0"/>
            </a:rPr>
            <a:t>Amazon Elastic Block Store (Amazon EBS)</a:t>
          </a:r>
        </a:p>
      </dsp:txBody>
      <dsp:txXfrm>
        <a:off x="51225" y="49511"/>
        <a:ext cx="10729890" cy="1518010"/>
      </dsp:txXfrm>
    </dsp:sp>
    <dsp:sp modelId="{61ED75AC-B5B9-4EEF-BD29-0982B35C836F}">
      <dsp:nvSpPr>
        <dsp:cNvPr id="0" name=""/>
        <dsp:cNvSpPr/>
      </dsp:nvSpPr>
      <dsp:spPr>
        <a:xfrm>
          <a:off x="3998" y="1802241"/>
          <a:ext cx="5303097" cy="1612464"/>
        </a:xfrm>
        <a:prstGeom prst="roundRect">
          <a:avLst>
            <a:gd name="adj" fmla="val 10000"/>
          </a:avLst>
        </a:prstGeom>
        <a:solidFill>
          <a:schemeClr val="accent1">
            <a:lumMod val="90000"/>
            <a:lumOff val="1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Amazon Ember" panose="02000000000000000000" pitchFamily="2" charset="0"/>
              <a:ea typeface="Amazon Ember" panose="02000000000000000000" pitchFamily="2" charset="0"/>
            </a:rPr>
            <a:t>Solid state drives (SSD):</a:t>
          </a:r>
        </a:p>
      </dsp:txBody>
      <dsp:txXfrm>
        <a:off x="51225" y="1849468"/>
        <a:ext cx="5208643" cy="1518010"/>
      </dsp:txXfrm>
    </dsp:sp>
    <dsp:sp modelId="{236ED3B3-EDA9-440A-8EF4-E53DEE854951}">
      <dsp:nvSpPr>
        <dsp:cNvPr id="0" name=""/>
        <dsp:cNvSpPr/>
      </dsp:nvSpPr>
      <dsp:spPr>
        <a:xfrm>
          <a:off x="3998" y="3602198"/>
          <a:ext cx="2597011" cy="1612464"/>
        </a:xfrm>
        <a:prstGeom prst="roundRect">
          <a:avLst>
            <a:gd name="adj" fmla="val 10000"/>
          </a:avLst>
        </a:prstGeom>
        <a:solidFill>
          <a:schemeClr val="accent1">
            <a:lumMod val="75000"/>
            <a:lumOff val="2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it-IT" sz="2400" kern="1200">
              <a:latin typeface="Amazon Ember" panose="02000000000000000000" pitchFamily="2" charset="0"/>
              <a:ea typeface="Amazon Ember" panose="02000000000000000000" pitchFamily="2" charset="0"/>
            </a:rPr>
            <a:t>Provisioned IOPS SSD (io1) volumes</a:t>
          </a:r>
        </a:p>
      </dsp:txBody>
      <dsp:txXfrm>
        <a:off x="51225" y="3649425"/>
        <a:ext cx="2502557" cy="1518010"/>
      </dsp:txXfrm>
    </dsp:sp>
    <dsp:sp modelId="{022FDDD7-C7A9-4B9D-B955-7A3C3004729B}">
      <dsp:nvSpPr>
        <dsp:cNvPr id="0" name=""/>
        <dsp:cNvSpPr/>
      </dsp:nvSpPr>
      <dsp:spPr>
        <a:xfrm>
          <a:off x="2710084" y="3602198"/>
          <a:ext cx="2597011" cy="1612464"/>
        </a:xfrm>
        <a:prstGeom prst="roundRect">
          <a:avLst>
            <a:gd name="adj" fmla="val 10000"/>
          </a:avLst>
        </a:prstGeom>
        <a:solidFill>
          <a:schemeClr val="accent1">
            <a:lumMod val="75000"/>
            <a:lumOff val="2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General purpose SSD (gp2) volumes</a:t>
          </a:r>
        </a:p>
      </dsp:txBody>
      <dsp:txXfrm>
        <a:off x="2757311" y="3649425"/>
        <a:ext cx="2502557" cy="1518010"/>
      </dsp:txXfrm>
    </dsp:sp>
    <dsp:sp modelId="{FC30B523-C298-40D7-B1C9-570F5DE94796}">
      <dsp:nvSpPr>
        <dsp:cNvPr id="0" name=""/>
        <dsp:cNvSpPr/>
      </dsp:nvSpPr>
      <dsp:spPr>
        <a:xfrm>
          <a:off x="5525245" y="1802241"/>
          <a:ext cx="5303097" cy="1612464"/>
        </a:xfrm>
        <a:prstGeom prst="roundRect">
          <a:avLst>
            <a:gd name="adj" fmla="val 10000"/>
          </a:avLst>
        </a:prstGeom>
        <a:solidFill>
          <a:schemeClr val="accent4">
            <a:lumMod val="50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a:latin typeface="Amazon Ember" panose="02000000000000000000" pitchFamily="2" charset="0"/>
              <a:ea typeface="Amazon Ember" panose="02000000000000000000" pitchFamily="2" charset="0"/>
            </a:rPr>
            <a:t>Hard disk drives (HDD):</a:t>
          </a:r>
        </a:p>
      </dsp:txBody>
      <dsp:txXfrm>
        <a:off x="5572472" y="1849468"/>
        <a:ext cx="5208643" cy="1518010"/>
      </dsp:txXfrm>
    </dsp:sp>
    <dsp:sp modelId="{94F19BBC-1AF9-4942-A0A9-D920DDED3ED2}">
      <dsp:nvSpPr>
        <dsp:cNvPr id="0" name=""/>
        <dsp:cNvSpPr/>
      </dsp:nvSpPr>
      <dsp:spPr>
        <a:xfrm>
          <a:off x="5525245" y="3602198"/>
          <a:ext cx="2597011" cy="1612464"/>
        </a:xfrm>
        <a:prstGeom prst="roundRect">
          <a:avLst>
            <a:gd name="adj" fmla="val 10000"/>
          </a:avLst>
        </a:prstGeom>
        <a:solidFill>
          <a:schemeClr val="accent4">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Throughput optimized HDD (st1) volumes</a:t>
          </a:r>
        </a:p>
      </dsp:txBody>
      <dsp:txXfrm>
        <a:off x="5572472" y="3649425"/>
        <a:ext cx="2502557" cy="1518010"/>
      </dsp:txXfrm>
    </dsp:sp>
    <dsp:sp modelId="{50D334F9-B37F-4963-97F5-BDFDABAC304D}">
      <dsp:nvSpPr>
        <dsp:cNvPr id="0" name=""/>
        <dsp:cNvSpPr/>
      </dsp:nvSpPr>
      <dsp:spPr>
        <a:xfrm>
          <a:off x="8231331" y="3602198"/>
          <a:ext cx="2597011" cy="1612464"/>
        </a:xfrm>
        <a:prstGeom prst="roundRect">
          <a:avLst>
            <a:gd name="adj" fmla="val 10000"/>
          </a:avLst>
        </a:prstGeom>
        <a:solidFill>
          <a:schemeClr val="accent4">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latin typeface="Amazon Ember" panose="02000000000000000000" pitchFamily="2" charset="0"/>
              <a:ea typeface="Amazon Ember" panose="02000000000000000000" pitchFamily="2" charset="0"/>
            </a:rPr>
            <a:t>Cold HDD (sc1) volumes</a:t>
          </a:r>
        </a:p>
      </dsp:txBody>
      <dsp:txXfrm>
        <a:off x="8278558" y="3649425"/>
        <a:ext cx="2502557" cy="15180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AFF284-4777-47E6-9AB4-313F2991F395}">
      <dsp:nvSpPr>
        <dsp:cNvPr id="0" name=""/>
        <dsp:cNvSpPr/>
      </dsp:nvSpPr>
      <dsp:spPr>
        <a:xfrm>
          <a:off x="854091" y="0"/>
          <a:ext cx="9679705" cy="5053263"/>
        </a:xfrm>
        <a:prstGeom prst="rightArrow">
          <a:avLst/>
        </a:prstGeom>
        <a:noFill/>
        <a:ln w="6350" cap="flat" cmpd="sng" algn="ctr">
          <a:no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4E4F6E8C-BEA9-4C8B-9011-214F4F7919F8}">
      <dsp:nvSpPr>
        <dsp:cNvPr id="0" name=""/>
        <dsp:cNvSpPr/>
      </dsp:nvSpPr>
      <dsp:spPr>
        <a:xfrm>
          <a:off x="12233" y="1114921"/>
          <a:ext cx="3665476" cy="2823419"/>
        </a:xfrm>
        <a:prstGeom prst="round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Get instance screenshot</a:t>
          </a:r>
        </a:p>
      </dsp:txBody>
      <dsp:txXfrm>
        <a:off x="150061" y="1252749"/>
        <a:ext cx="3389820" cy="2547763"/>
      </dsp:txXfrm>
    </dsp:sp>
    <dsp:sp modelId="{8B620661-27C4-495F-AE63-5EEDF8F47D9D}">
      <dsp:nvSpPr>
        <dsp:cNvPr id="0" name=""/>
        <dsp:cNvSpPr/>
      </dsp:nvSpPr>
      <dsp:spPr>
        <a:xfrm>
          <a:off x="3861206" y="1114921"/>
          <a:ext cx="3665476" cy="2823419"/>
        </a:xfrm>
        <a:prstGeom prst="roundRect">
          <a:avLst/>
        </a:prstGeom>
        <a:solidFill>
          <a:schemeClr val="accent5">
            <a:hueOff val="1277904"/>
            <a:satOff val="9569"/>
            <a:lumOff val="4314"/>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Enable termination protection</a:t>
          </a:r>
        </a:p>
      </dsp:txBody>
      <dsp:txXfrm>
        <a:off x="3999034" y="1252749"/>
        <a:ext cx="3389820" cy="2547763"/>
      </dsp:txXfrm>
    </dsp:sp>
    <dsp:sp modelId="{41DE4D0E-BB35-4EAC-A1DD-ED7620FB42E3}">
      <dsp:nvSpPr>
        <dsp:cNvPr id="0" name=""/>
        <dsp:cNvSpPr/>
      </dsp:nvSpPr>
      <dsp:spPr>
        <a:xfrm>
          <a:off x="7710179" y="1114921"/>
          <a:ext cx="3665476" cy="2823419"/>
        </a:xfrm>
        <a:prstGeom prst="roundRect">
          <a:avLst/>
        </a:prstGeom>
        <a:solidFill>
          <a:schemeClr val="accent5">
            <a:hueOff val="2555808"/>
            <a:satOff val="19138"/>
            <a:lumOff val="8628"/>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a:t>Disable source/destination check </a:t>
          </a:r>
          <a:r>
            <a:rPr lang="en-US" sz="2400" kern="1200"/>
            <a:t>(enabled by default) if the instance is performing a NAT function as a router or firewall</a:t>
          </a:r>
        </a:p>
      </dsp:txBody>
      <dsp:txXfrm>
        <a:off x="7848007" y="1252749"/>
        <a:ext cx="3389820" cy="254776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2760D7-781C-4C7E-952D-282C8AC7BC96}">
      <dsp:nvSpPr>
        <dsp:cNvPr id="0" name=""/>
        <dsp:cNvSpPr/>
      </dsp:nvSpPr>
      <dsp:spPr>
        <a:xfrm>
          <a:off x="0" y="1075915"/>
          <a:ext cx="11772899" cy="0"/>
        </a:xfrm>
        <a:prstGeom prst="line">
          <a:avLst/>
        </a:prstGeom>
        <a:noFill/>
        <a:ln w="12700" cap="flat" cmpd="sng" algn="ctr">
          <a:solidFill>
            <a:srgbClr val="0070C0"/>
          </a:solidFill>
          <a:prstDash val="solid"/>
          <a:miter lim="800000"/>
        </a:ln>
        <a:effectLst/>
      </dsp:spPr>
      <dsp:style>
        <a:lnRef idx="2">
          <a:scrgbClr r="0" g="0" b="0"/>
        </a:lnRef>
        <a:fillRef idx="0">
          <a:scrgbClr r="0" g="0" b="0"/>
        </a:fillRef>
        <a:effectRef idx="0">
          <a:scrgbClr r="0" g="0" b="0"/>
        </a:effectRef>
        <a:fontRef idx="minor"/>
      </dsp:style>
    </dsp:sp>
    <dsp:sp modelId="{F9D5E7C7-2F78-4B43-8DA9-3CE7A5C8DAF7}">
      <dsp:nvSpPr>
        <dsp:cNvPr id="0" name=""/>
        <dsp:cNvSpPr/>
      </dsp:nvSpPr>
      <dsp:spPr>
        <a:xfrm>
          <a:off x="3060954" y="0"/>
          <a:ext cx="8711946" cy="1470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b="1" kern="1200">
              <a:solidFill>
                <a:srgbClr val="0070C0"/>
              </a:solidFill>
            </a:rPr>
            <a:t>Design your instances for easy build-up and tear-down.</a:t>
          </a:r>
        </a:p>
      </dsp:txBody>
      <dsp:txXfrm>
        <a:off x="3060954" y="0"/>
        <a:ext cx="8711946" cy="1470961"/>
      </dsp:txXfrm>
    </dsp:sp>
    <dsp:sp modelId="{E5A1A405-B0C3-4D7C-B111-5B7A3FACF8FA}">
      <dsp:nvSpPr>
        <dsp:cNvPr id="0" name=""/>
        <dsp:cNvSpPr/>
      </dsp:nvSpPr>
      <dsp:spPr>
        <a:xfrm>
          <a:off x="0" y="537997"/>
          <a:ext cx="3060954" cy="537917"/>
        </a:xfrm>
        <a:prstGeom prst="round2SameRect">
          <a:avLst>
            <a:gd name="adj1" fmla="val 16670"/>
            <a:gd name="adj2" fmla="val 0"/>
          </a:avLst>
        </a:prstGeom>
        <a:solidFill>
          <a:srgbClr val="0070C0"/>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b="1" kern="1200"/>
            <a:t>Best Practice</a:t>
          </a:r>
        </a:p>
      </dsp:txBody>
      <dsp:txXfrm>
        <a:off x="26264" y="564261"/>
        <a:ext cx="3008426" cy="51165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8AF5BA-43E9-4142-A85A-879252B9866A}">
      <dsp:nvSpPr>
        <dsp:cNvPr id="0" name=""/>
        <dsp:cNvSpPr/>
      </dsp:nvSpPr>
      <dsp:spPr>
        <a:xfrm>
          <a:off x="0" y="0"/>
          <a:ext cx="11563350" cy="1120139"/>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a:t>Common reasons why instances might need to be relaunched:</a:t>
          </a:r>
        </a:p>
      </dsp:txBody>
      <dsp:txXfrm>
        <a:off x="0" y="0"/>
        <a:ext cx="11563350" cy="1120139"/>
      </dsp:txXfrm>
    </dsp:sp>
    <dsp:sp modelId="{E467A17B-7E7D-44C0-9D75-7D85A628397C}">
      <dsp:nvSpPr>
        <dsp:cNvPr id="0" name=""/>
        <dsp:cNvSpPr/>
      </dsp:nvSpPr>
      <dsp:spPr>
        <a:xfrm>
          <a:off x="1411" y="1120139"/>
          <a:ext cx="2312105" cy="2352293"/>
        </a:xfrm>
        <a:prstGeom prst="rect">
          <a:avLst/>
        </a:prstGeom>
        <a:solidFill>
          <a:schemeClr val="accent1">
            <a:lumMod val="75000"/>
            <a:lumOff val="2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solidFill>
                <a:schemeClr val="bg1"/>
              </a:solidFill>
            </a:rPr>
            <a:t>Auto Scaling</a:t>
          </a:r>
        </a:p>
      </dsp:txBody>
      <dsp:txXfrm>
        <a:off x="1411" y="1120139"/>
        <a:ext cx="2312105" cy="2352293"/>
      </dsp:txXfrm>
    </dsp:sp>
    <dsp:sp modelId="{4F75FFE8-F0DF-4A17-BCC6-54028E0951C3}">
      <dsp:nvSpPr>
        <dsp:cNvPr id="0" name=""/>
        <dsp:cNvSpPr/>
      </dsp:nvSpPr>
      <dsp:spPr>
        <a:xfrm>
          <a:off x="2313516" y="1120139"/>
          <a:ext cx="2312105" cy="2352293"/>
        </a:xfrm>
        <a:prstGeom prst="rect">
          <a:avLst/>
        </a:prstGeom>
        <a:solidFill>
          <a:schemeClr val="accent1">
            <a:lumMod val="75000"/>
            <a:lumOff val="2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solidFill>
                <a:schemeClr val="bg1"/>
              </a:solidFill>
            </a:rPr>
            <a:t>Cost savings</a:t>
          </a:r>
        </a:p>
      </dsp:txBody>
      <dsp:txXfrm>
        <a:off x="2313516" y="1120139"/>
        <a:ext cx="2312105" cy="2352293"/>
      </dsp:txXfrm>
    </dsp:sp>
    <dsp:sp modelId="{796256E3-1741-4218-81B3-7C43FB4464A2}">
      <dsp:nvSpPr>
        <dsp:cNvPr id="0" name=""/>
        <dsp:cNvSpPr/>
      </dsp:nvSpPr>
      <dsp:spPr>
        <a:xfrm>
          <a:off x="4625622" y="1120139"/>
          <a:ext cx="2312105" cy="2352293"/>
        </a:xfrm>
        <a:prstGeom prst="rect">
          <a:avLst/>
        </a:prstGeom>
        <a:solidFill>
          <a:schemeClr val="accent1">
            <a:lumMod val="75000"/>
            <a:lumOff val="2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solidFill>
                <a:schemeClr val="bg1"/>
              </a:solidFill>
            </a:rPr>
            <a:t>Downgrading</a:t>
          </a:r>
        </a:p>
      </dsp:txBody>
      <dsp:txXfrm>
        <a:off x="4625622" y="1120139"/>
        <a:ext cx="2312105" cy="2352293"/>
      </dsp:txXfrm>
    </dsp:sp>
    <dsp:sp modelId="{39296727-3739-42E7-89EC-ACCF951E3041}">
      <dsp:nvSpPr>
        <dsp:cNvPr id="0" name=""/>
        <dsp:cNvSpPr/>
      </dsp:nvSpPr>
      <dsp:spPr>
        <a:xfrm>
          <a:off x="6937727" y="1120139"/>
          <a:ext cx="2312105" cy="2352293"/>
        </a:xfrm>
        <a:prstGeom prst="rect">
          <a:avLst/>
        </a:prstGeom>
        <a:solidFill>
          <a:schemeClr val="accent1">
            <a:lumMod val="75000"/>
            <a:lumOff val="2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solidFill>
                <a:schemeClr val="bg1"/>
              </a:solidFill>
            </a:rPr>
            <a:t>Repairing impaired instances</a:t>
          </a:r>
        </a:p>
      </dsp:txBody>
      <dsp:txXfrm>
        <a:off x="6937727" y="1120139"/>
        <a:ext cx="2312105" cy="2352293"/>
      </dsp:txXfrm>
    </dsp:sp>
    <dsp:sp modelId="{F037A3B3-EA35-403E-89C5-DF85B82CDC1A}">
      <dsp:nvSpPr>
        <dsp:cNvPr id="0" name=""/>
        <dsp:cNvSpPr/>
      </dsp:nvSpPr>
      <dsp:spPr>
        <a:xfrm>
          <a:off x="9249833" y="1120139"/>
          <a:ext cx="2312105" cy="2352293"/>
        </a:xfrm>
        <a:prstGeom prst="rect">
          <a:avLst/>
        </a:prstGeom>
        <a:solidFill>
          <a:schemeClr val="accent1">
            <a:lumMod val="75000"/>
            <a:lumOff val="2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b="1" kern="1200">
              <a:solidFill>
                <a:schemeClr val="bg1"/>
              </a:solidFill>
            </a:rPr>
            <a:t>Upgrading OS architecture or image type</a:t>
          </a:r>
        </a:p>
      </dsp:txBody>
      <dsp:txXfrm>
        <a:off x="9249833" y="1120139"/>
        <a:ext cx="2312105" cy="2352293"/>
      </dsp:txXfrm>
    </dsp:sp>
    <dsp:sp modelId="{BCE7CFAA-852E-433B-8923-C9C85915B0A3}">
      <dsp:nvSpPr>
        <dsp:cNvPr id="0" name=""/>
        <dsp:cNvSpPr/>
      </dsp:nvSpPr>
      <dsp:spPr>
        <a:xfrm>
          <a:off x="0" y="3472433"/>
          <a:ext cx="11563350" cy="261365"/>
        </a:xfrm>
        <a:prstGeom prst="rect">
          <a:avLst/>
        </a:prstGeom>
        <a:solidFill>
          <a:schemeClr val="accent1">
            <a:shade val="8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5628D-C762-48E2-A1B5-F273105BBBC1}">
      <dsp:nvSpPr>
        <dsp:cNvPr id="0" name=""/>
        <dsp:cNvSpPr/>
      </dsp:nvSpPr>
      <dsp:spPr>
        <a:xfrm>
          <a:off x="1151032" y="846327"/>
          <a:ext cx="1971744" cy="1626277"/>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1435" tIns="51435" rIns="51435" bIns="51435" numCol="1" spcCol="1270" anchor="t" anchorCtr="0">
          <a:noAutofit/>
        </a:bodyPr>
        <a:lstStyle/>
        <a:p>
          <a:pPr marL="228600" lvl="1" indent="-228600" algn="l" defTabSz="1200150">
            <a:lnSpc>
              <a:spcPct val="90000"/>
            </a:lnSpc>
            <a:spcBef>
              <a:spcPct val="0"/>
            </a:spcBef>
            <a:spcAft>
              <a:spcPct val="15000"/>
            </a:spcAft>
            <a:buChar char="•"/>
          </a:pPr>
          <a:r>
            <a:rPr lang="en-US" sz="2700" kern="1200"/>
            <a:t>Stop the instance.</a:t>
          </a:r>
        </a:p>
      </dsp:txBody>
      <dsp:txXfrm>
        <a:off x="1188457" y="883752"/>
        <a:ext cx="1896894" cy="1202939"/>
      </dsp:txXfrm>
    </dsp:sp>
    <dsp:sp modelId="{99A7B185-8AE4-4610-AB65-494ABF0A0691}">
      <dsp:nvSpPr>
        <dsp:cNvPr id="0" name=""/>
        <dsp:cNvSpPr/>
      </dsp:nvSpPr>
      <dsp:spPr>
        <a:xfrm>
          <a:off x="2208763" y="1052862"/>
          <a:ext cx="2441554" cy="2441554"/>
        </a:xfrm>
        <a:prstGeom prst="leftCircularArrow">
          <a:avLst>
            <a:gd name="adj1" fmla="val 4241"/>
            <a:gd name="adj2" fmla="val 535643"/>
            <a:gd name="adj3" fmla="val 2311153"/>
            <a:gd name="adj4" fmla="val 9024489"/>
            <a:gd name="adj5" fmla="val 4947"/>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6A1FD718-7C06-47B1-B033-49E257435BDE}">
      <dsp:nvSpPr>
        <dsp:cNvPr id="0" name=""/>
        <dsp:cNvSpPr/>
      </dsp:nvSpPr>
      <dsp:spPr>
        <a:xfrm>
          <a:off x="1589198" y="2124117"/>
          <a:ext cx="1752662" cy="696975"/>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en-US" sz="3900" kern="1200"/>
            <a:t>#1</a:t>
          </a:r>
        </a:p>
      </dsp:txBody>
      <dsp:txXfrm>
        <a:off x="1609612" y="2144531"/>
        <a:ext cx="1711834" cy="656147"/>
      </dsp:txXfrm>
    </dsp:sp>
    <dsp:sp modelId="{4E699A9A-EBA6-4B93-9104-932E67C562C5}">
      <dsp:nvSpPr>
        <dsp:cNvPr id="0" name=""/>
        <dsp:cNvSpPr/>
      </dsp:nvSpPr>
      <dsp:spPr>
        <a:xfrm>
          <a:off x="3834890" y="846327"/>
          <a:ext cx="1971744" cy="1626277"/>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1435" tIns="51435" rIns="51435" bIns="51435" numCol="1" spcCol="1270" anchor="t" anchorCtr="0">
          <a:noAutofit/>
        </a:bodyPr>
        <a:lstStyle/>
        <a:p>
          <a:pPr marL="228600" lvl="1" indent="-228600" algn="l" defTabSz="1200150">
            <a:lnSpc>
              <a:spcPct val="90000"/>
            </a:lnSpc>
            <a:spcBef>
              <a:spcPct val="0"/>
            </a:spcBef>
            <a:spcAft>
              <a:spcPct val="15000"/>
            </a:spcAft>
            <a:buChar char="•"/>
          </a:pPr>
          <a:r>
            <a:rPr lang="en-US" sz="2700" kern="1200"/>
            <a:t>Modify the instance.</a:t>
          </a:r>
        </a:p>
      </dsp:txBody>
      <dsp:txXfrm>
        <a:off x="3872315" y="1232240"/>
        <a:ext cx="1896894" cy="1202939"/>
      </dsp:txXfrm>
    </dsp:sp>
    <dsp:sp modelId="{9340BD7A-A007-4322-BEC3-99C23E10E7BD}">
      <dsp:nvSpPr>
        <dsp:cNvPr id="0" name=""/>
        <dsp:cNvSpPr/>
      </dsp:nvSpPr>
      <dsp:spPr>
        <a:xfrm>
          <a:off x="4876189" y="-239249"/>
          <a:ext cx="2693499" cy="2693499"/>
        </a:xfrm>
        <a:prstGeom prst="circularArrow">
          <a:avLst>
            <a:gd name="adj1" fmla="val 3844"/>
            <a:gd name="adj2" fmla="val 480893"/>
            <a:gd name="adj3" fmla="val 19343596"/>
            <a:gd name="adj4" fmla="val 12575511"/>
            <a:gd name="adj5" fmla="val 4485"/>
          </a:avLst>
        </a:prstGeom>
        <a:solidFill>
          <a:schemeClr val="accent4">
            <a:hueOff val="3888044"/>
            <a:satOff val="-30513"/>
            <a:lumOff val="-1294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sp>
    <dsp:sp modelId="{729C22DA-4230-45A9-B8B3-E507DBF35A7B}">
      <dsp:nvSpPr>
        <dsp:cNvPr id="0" name=""/>
        <dsp:cNvSpPr/>
      </dsp:nvSpPr>
      <dsp:spPr>
        <a:xfrm>
          <a:off x="4273056" y="497839"/>
          <a:ext cx="1752662" cy="696975"/>
        </a:xfrm>
        <a:prstGeom prst="roundRect">
          <a:avLst>
            <a:gd name="adj" fmla="val 10000"/>
          </a:avLst>
        </a:prstGeom>
        <a:solidFill>
          <a:schemeClr val="accent4">
            <a:hueOff val="1944022"/>
            <a:satOff val="-15257"/>
            <a:lumOff val="-647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en-US" sz="3900" kern="1200"/>
            <a:t>#2</a:t>
          </a:r>
        </a:p>
      </dsp:txBody>
      <dsp:txXfrm>
        <a:off x="4293470" y="518253"/>
        <a:ext cx="1711834" cy="656147"/>
      </dsp:txXfrm>
    </dsp:sp>
    <dsp:sp modelId="{AFA47C73-3D3B-409D-B49C-877505C52799}">
      <dsp:nvSpPr>
        <dsp:cNvPr id="0" name=""/>
        <dsp:cNvSpPr/>
      </dsp:nvSpPr>
      <dsp:spPr>
        <a:xfrm>
          <a:off x="6518748" y="846327"/>
          <a:ext cx="1971744" cy="1626277"/>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1435" tIns="51435" rIns="51435" bIns="51435" numCol="1" spcCol="1270" anchor="t" anchorCtr="0">
          <a:noAutofit/>
        </a:bodyPr>
        <a:lstStyle/>
        <a:p>
          <a:pPr marL="228600" lvl="1" indent="-228600" algn="l" defTabSz="1200150">
            <a:lnSpc>
              <a:spcPct val="90000"/>
            </a:lnSpc>
            <a:spcBef>
              <a:spcPct val="0"/>
            </a:spcBef>
            <a:spcAft>
              <a:spcPct val="15000"/>
            </a:spcAft>
            <a:buChar char="•"/>
          </a:pPr>
          <a:r>
            <a:rPr lang="en-US" sz="2700" kern="1200"/>
            <a:t>Start the instance.</a:t>
          </a:r>
        </a:p>
      </dsp:txBody>
      <dsp:txXfrm>
        <a:off x="6556173" y="883752"/>
        <a:ext cx="1896894" cy="1202939"/>
      </dsp:txXfrm>
    </dsp:sp>
    <dsp:sp modelId="{1CDCD1BE-D6BD-4111-BDF4-53EF668885EB}">
      <dsp:nvSpPr>
        <dsp:cNvPr id="0" name=""/>
        <dsp:cNvSpPr/>
      </dsp:nvSpPr>
      <dsp:spPr>
        <a:xfrm>
          <a:off x="6956914" y="2124117"/>
          <a:ext cx="1752662" cy="696975"/>
        </a:xfrm>
        <a:prstGeom prst="roundRect">
          <a:avLst>
            <a:gd name="adj" fmla="val 10000"/>
          </a:avLst>
        </a:prstGeom>
        <a:solidFill>
          <a:schemeClr val="accent4">
            <a:hueOff val="3888044"/>
            <a:satOff val="-30513"/>
            <a:lumOff val="-1294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en-US" sz="3900" kern="1200"/>
            <a:t>#3</a:t>
          </a:r>
        </a:p>
      </dsp:txBody>
      <dsp:txXfrm>
        <a:off x="6977328" y="2144531"/>
        <a:ext cx="1711834" cy="6561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2760D7-781C-4C7E-952D-282C8AC7BC96}">
      <dsp:nvSpPr>
        <dsp:cNvPr id="0" name=""/>
        <dsp:cNvSpPr/>
      </dsp:nvSpPr>
      <dsp:spPr>
        <a:xfrm>
          <a:off x="0" y="1075652"/>
          <a:ext cx="11353800" cy="0"/>
        </a:xfrm>
        <a:prstGeom prst="line">
          <a:avLst/>
        </a:prstGeom>
        <a:noFill/>
        <a:ln w="12700" cap="flat" cmpd="sng" algn="ctr">
          <a:solidFill>
            <a:srgbClr val="0070C0"/>
          </a:solidFill>
          <a:prstDash val="solid"/>
          <a:miter lim="800000"/>
        </a:ln>
        <a:effectLst/>
      </dsp:spPr>
      <dsp:style>
        <a:lnRef idx="2">
          <a:scrgbClr r="0" g="0" b="0"/>
        </a:lnRef>
        <a:fillRef idx="0">
          <a:scrgbClr r="0" g="0" b="0"/>
        </a:fillRef>
        <a:effectRef idx="0">
          <a:scrgbClr r="0" g="0" b="0"/>
        </a:effectRef>
        <a:fontRef idx="minor"/>
      </dsp:style>
    </dsp:sp>
    <dsp:sp modelId="{F9D5E7C7-2F78-4B43-8DA9-3CE7A5C8DAF7}">
      <dsp:nvSpPr>
        <dsp:cNvPr id="0" name=""/>
        <dsp:cNvSpPr/>
      </dsp:nvSpPr>
      <dsp:spPr>
        <a:xfrm>
          <a:off x="2951987" y="0"/>
          <a:ext cx="8401812" cy="1469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b="1" kern="1200">
              <a:solidFill>
                <a:srgbClr val="0070C0"/>
              </a:solidFill>
            </a:rPr>
            <a:t>Use encrypted root Amazon EBS volumes </a:t>
          </a:r>
          <a:br>
            <a:rPr lang="en-US" sz="2800" b="1" kern="1200">
              <a:solidFill>
                <a:srgbClr val="0070C0"/>
              </a:solidFill>
            </a:rPr>
          </a:br>
          <a:r>
            <a:rPr lang="en-US" sz="2800" b="1" kern="1200">
              <a:solidFill>
                <a:srgbClr val="0070C0"/>
              </a:solidFill>
            </a:rPr>
            <a:t>to secure state information.</a:t>
          </a:r>
        </a:p>
      </dsp:txBody>
      <dsp:txXfrm>
        <a:off x="2951987" y="0"/>
        <a:ext cx="8401812" cy="1469525"/>
      </dsp:txXfrm>
    </dsp:sp>
    <dsp:sp modelId="{E5A1A405-B0C3-4D7C-B111-5B7A3FACF8FA}">
      <dsp:nvSpPr>
        <dsp:cNvPr id="0" name=""/>
        <dsp:cNvSpPr/>
      </dsp:nvSpPr>
      <dsp:spPr>
        <a:xfrm>
          <a:off x="0" y="538260"/>
          <a:ext cx="2951988" cy="537391"/>
        </a:xfrm>
        <a:prstGeom prst="round2SameRect">
          <a:avLst>
            <a:gd name="adj1" fmla="val 16670"/>
            <a:gd name="adj2" fmla="val 0"/>
          </a:avLst>
        </a:prstGeom>
        <a:solidFill>
          <a:srgbClr val="0070C0"/>
        </a:solid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b="1" kern="1200"/>
            <a:t>Best Practice</a:t>
          </a:r>
        </a:p>
      </dsp:txBody>
      <dsp:txXfrm>
        <a:off x="26238" y="564498"/>
        <a:ext cx="2899512" cy="51115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893DF8-D520-BB40-837C-91CE1787B0EB}" type="datetimeFigureOut">
              <a:rPr lang="en-US" smtClean="0"/>
              <a:pPr/>
              <a:t>2/25/2026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98FB97-EEE8-A641-B9BA-ACE8418557CD}" type="slidenum">
              <a:rPr lang="en-US" smtClean="0"/>
              <a:pPr/>
              <a:t>‹#›</a:t>
            </a:fld>
            <a:endParaRPr lang="en-US"/>
          </a:p>
        </p:txBody>
      </p:sp>
    </p:spTree>
    <p:extLst>
      <p:ext uri="{BB962C8B-B14F-4D97-AF65-F5344CB8AC3E}">
        <p14:creationId xmlns:p14="http://schemas.microsoft.com/office/powerpoint/2010/main" val="1485269695"/>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EFA781-CA11-2141-A5F7-C7B0DDD8E00E}" type="datetimeFigureOut">
              <a:rPr lang="en-US" smtClean="0"/>
              <a:pPr/>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696427"/>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ocs.aws.amazon.com/AWSEC2/latest/UserGuide/AMIs.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aws.amazon.com/ebs/feature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aws.amazon.com/premiumsupport/knowledge-center/execute-user-data-ec2/"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docs.aws.amazon.com/AWSEC2/latest/UserGuide/ec2-instance-metadata.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docs.aws.amazon.com/AWSEC2/latest/UserGuide/ec2-instance-metadata.html"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169.254.169.254/latest/user-data"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docs.aws.amazon.com/AWSEC2/latest/UserGuide/ec2-key-pairs.html"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docs.aws.amazon.com/AWSEC2/latest/UserGuide/ComponentsAMIs.html#storage-for-the-root-device"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aws.amazon.com/ec2/pricing/reserved-instances/"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Welcome to Module 3: Computing (Servers).</a:t>
            </a:r>
            <a:endParaRPr lang="en-US"/>
          </a:p>
        </p:txBody>
      </p:sp>
    </p:spTree>
    <p:extLst>
      <p:ext uri="{BB962C8B-B14F-4D97-AF65-F5344CB8AC3E}">
        <p14:creationId xmlns:p14="http://schemas.microsoft.com/office/powerpoint/2010/main" val="865836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defTabSz="914400" rtl="0" eaLnBrk="1" latinLnBrk="0" hangingPunct="1">
              <a:buFont typeface="Arial" panose="020B0604020202020204" pitchFamily="34" charset="0"/>
              <a:buNone/>
            </a:pPr>
            <a:r>
              <a:rPr lang="en-US" sz="1000" kern="1200">
                <a:solidFill>
                  <a:schemeClr val="tx1"/>
                </a:solidFill>
                <a:effectLst/>
                <a:latin typeface="+mn-lt"/>
                <a:ea typeface="+mn-ea"/>
                <a:cs typeface="+mn-cs"/>
              </a:rPr>
              <a:t>At the end of this module, you will be able to:</a:t>
            </a:r>
            <a:br>
              <a:rPr lang="en-US" sz="1000" kern="1200">
                <a:solidFill>
                  <a:schemeClr val="tx1"/>
                </a:solidFill>
                <a:effectLst/>
                <a:latin typeface="+mn-lt"/>
                <a:ea typeface="+mn-ea"/>
                <a:cs typeface="+mn-cs"/>
              </a:rPr>
            </a:br>
            <a:endParaRPr lang="en-US" sz="1000" kern="1200">
              <a:solidFill>
                <a:schemeClr val="tx1"/>
              </a:solidFill>
              <a:effectLst/>
              <a:latin typeface="+mn-lt"/>
              <a:ea typeface="+mn-ea"/>
              <a:cs typeface="+mn-cs"/>
            </a:endParaRP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Describe Amazon Elastic Compute Cloud (Amazon EC2) virtualization.</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Differentiate between the instance types and storage options available for EC2 instances.</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Understand the networking components that must be specified when you launch an EC2 instance.</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Explain Amazon EC2 user data and metadata.</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Differentiate the lifecycle states for an EC2 instance.</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Explain the shared responsibility model.</a:t>
            </a:r>
          </a:p>
          <a:p>
            <a:pPr marL="171450" lvl="0" indent="-171450" algn="l" defTabSz="914400" rtl="0" eaLnBrk="1" latinLnBrk="0" hangingPunct="1">
              <a:buFont typeface="Arial" panose="020B0604020202020204" pitchFamily="34" charset="0"/>
              <a:buChar char="•"/>
            </a:pPr>
            <a:r>
              <a:rPr lang="en-US" sz="1000" kern="1200">
                <a:solidFill>
                  <a:schemeClr val="tx1"/>
                </a:solidFill>
                <a:effectLst/>
                <a:latin typeface="+mn-lt"/>
                <a:ea typeface="+mn-ea"/>
                <a:cs typeface="+mn-cs"/>
              </a:rPr>
              <a:t>Create Amazon EC2 instances.</a:t>
            </a:r>
          </a:p>
          <a:p>
            <a:pPr marL="0" lvl="0" indent="0" algn="l" defTabSz="914400" rtl="0" eaLnBrk="1" latinLnBrk="0" hangingPunct="1">
              <a:buFont typeface="Arial" panose="020B0604020202020204" pitchFamily="34" charset="0"/>
              <a:buNone/>
            </a:pPr>
            <a:endParaRPr lang="en-US" sz="1000" kern="1200">
              <a:solidFill>
                <a:schemeClr val="tx1"/>
              </a:solidFill>
              <a:effectLst/>
              <a:latin typeface="+mn-lt"/>
              <a:ea typeface="+mn-ea"/>
              <a:cs typeface="+mn-cs"/>
            </a:endParaRPr>
          </a:p>
          <a:p>
            <a:r>
              <a:rPr lang="en-US" sz="1000" kern="1200">
                <a:solidFill>
                  <a:schemeClr val="tx1"/>
                </a:solidFill>
                <a:effectLst/>
                <a:latin typeface="+mn-lt"/>
                <a:ea typeface="+mn-ea"/>
                <a:cs typeface="+mn-cs"/>
              </a:rPr>
              <a:t>After this overview, you will have the opportunity to complete a Knowledge Assessment. </a:t>
            </a:r>
          </a:p>
        </p:txBody>
      </p:sp>
    </p:spTree>
    <p:extLst>
      <p:ext uri="{BB962C8B-B14F-4D97-AF65-F5344CB8AC3E}">
        <p14:creationId xmlns:p14="http://schemas.microsoft.com/office/powerpoint/2010/main" val="42673951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The module will now explore </a:t>
            </a:r>
            <a:r>
              <a:rPr lang="en-US" sz="1000" baseline="0"/>
              <a:t>Computing on AWS.</a:t>
            </a:r>
            <a:endParaRPr lang="en-US" sz="1000"/>
          </a:p>
        </p:txBody>
      </p:sp>
    </p:spTree>
    <p:extLst>
      <p:ext uri="{BB962C8B-B14F-4D97-AF65-F5344CB8AC3E}">
        <p14:creationId xmlns:p14="http://schemas.microsoft.com/office/powerpoint/2010/main" val="225081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3" y="4392578"/>
            <a:ext cx="5471158" cy="3907972"/>
          </a:xfrm>
        </p:spPr>
        <p:txBody>
          <a:bodyPr/>
          <a:lstStyle/>
          <a:p>
            <a:pPr defTabSz="440695">
              <a:defRPr/>
            </a:pPr>
            <a:r>
              <a:rPr lang="en-US" sz="1000"/>
              <a:t>Amazon EC2 </a:t>
            </a:r>
            <a:r>
              <a:rPr lang="en-US" sz="1000" b="0" i="1"/>
              <a:t>instances</a:t>
            </a:r>
            <a:r>
              <a:rPr lang="en-US" sz="1000" b="1"/>
              <a:t> </a:t>
            </a:r>
            <a:r>
              <a:rPr lang="en-US" sz="1000"/>
              <a:t>run as virtual machines on host computers that are located in AWS Availability Zones. Each virtual machine runs an operating system, such as Amazon Linux or Microsoft Windows. You can install and run applications on the operating system within each virtual machine, or even run enterprise applications that span multiple virtual machines. </a:t>
            </a:r>
          </a:p>
          <a:p>
            <a:pPr defTabSz="440695">
              <a:defRPr/>
            </a:pPr>
            <a:endParaRPr lang="en-US" sz="1000"/>
          </a:p>
          <a:p>
            <a:pPr defTabSz="440695">
              <a:defRPr/>
            </a:pPr>
            <a:r>
              <a:rPr lang="en-US" sz="1000"/>
              <a:t>The virtual machines run on top of a </a:t>
            </a:r>
            <a:r>
              <a:rPr lang="en-US" sz="1000" b="0" i="1"/>
              <a:t>hypervisor</a:t>
            </a:r>
            <a:r>
              <a:rPr lang="en-US" sz="1000"/>
              <a:t> layer that is maintained by AWS. The hypervisor is the operating platform layer that provides the EC2 instances with access to the actual hardware—</a:t>
            </a:r>
            <a:r>
              <a:rPr lang="en-US" sz="1000" baseline="0"/>
              <a:t>such as </a:t>
            </a:r>
            <a:r>
              <a:rPr lang="en-US" sz="1000" b="0" i="1"/>
              <a:t>processors</a:t>
            </a:r>
            <a:r>
              <a:rPr lang="en-US" sz="1000" b="0"/>
              <a:t>, </a:t>
            </a:r>
            <a:r>
              <a:rPr lang="en-US" sz="1000" b="0" i="1"/>
              <a:t>memory</a:t>
            </a:r>
            <a:r>
              <a:rPr lang="en-US" sz="1000" b="0"/>
              <a:t>, and </a:t>
            </a:r>
            <a:r>
              <a:rPr lang="en-US" sz="1000" b="0" i="1"/>
              <a:t>storage</a:t>
            </a:r>
            <a:r>
              <a:rPr lang="en-US" sz="1000" b="0" i="0"/>
              <a:t>—</a:t>
            </a:r>
            <a:r>
              <a:rPr lang="en-US" sz="1000"/>
              <a:t>that the</a:t>
            </a:r>
            <a:r>
              <a:rPr lang="en-US" sz="1000" baseline="0"/>
              <a:t> instances</a:t>
            </a:r>
            <a:r>
              <a:rPr lang="en-US" sz="1000"/>
              <a:t> need in order to run. Each Amazon EC2 instance receives a particular number of virtual CPUs for processing and an amount of memory,</a:t>
            </a:r>
            <a:r>
              <a:rPr lang="en-US" sz="1000" baseline="0"/>
              <a:t> or</a:t>
            </a:r>
            <a:r>
              <a:rPr lang="en-US" sz="1000"/>
              <a:t> RAM. </a:t>
            </a:r>
          </a:p>
          <a:p>
            <a:pPr defTabSz="440695">
              <a:defRPr/>
            </a:pPr>
            <a:endParaRPr lang="en-US" sz="1000"/>
          </a:p>
          <a:p>
            <a:pPr defTabSz="440695">
              <a:defRPr/>
            </a:pPr>
            <a:r>
              <a:rPr lang="en-US" sz="1000" b="0"/>
              <a:t>Some EC2 instances use an instance store. The </a:t>
            </a:r>
            <a:r>
              <a:rPr lang="en-US" sz="1000" b="0" i="1"/>
              <a:t>instance store</a:t>
            </a:r>
            <a:r>
              <a:rPr lang="en-US" sz="1000" b="0"/>
              <a:t>,</a:t>
            </a:r>
            <a:r>
              <a:rPr lang="en-US" sz="1000" b="1" baseline="0"/>
              <a:t> </a:t>
            </a:r>
            <a:r>
              <a:rPr lang="en-US" sz="1000" b="0" baseline="0"/>
              <a:t>which is </a:t>
            </a:r>
            <a:r>
              <a:rPr lang="en-US" sz="1000"/>
              <a:t>also known as </a:t>
            </a:r>
            <a:r>
              <a:rPr lang="en-US" sz="1000" b="0" i="1"/>
              <a:t>ephemeral storage</a:t>
            </a:r>
            <a:r>
              <a:rPr lang="en-US" sz="1000" b="0"/>
              <a:t>,</a:t>
            </a:r>
            <a:r>
              <a:rPr lang="en-US" sz="1000"/>
              <a:t> is storage that is physically attached to the host computer and provides temporary block-level storage for use with an instance. The data in an instance store persists only during the lifetime of the instance that uses it. </a:t>
            </a:r>
          </a:p>
          <a:p>
            <a:pPr marL="171450" indent="-171450" defTabSz="440695">
              <a:buFont typeface="Arial" panose="020B0604020202020204" pitchFamily="34" charset="0"/>
              <a:buChar char="•"/>
              <a:defRPr/>
            </a:pPr>
            <a:r>
              <a:rPr lang="en-US" sz="1000"/>
              <a:t>If an instance reboots, data in the instance store persists. </a:t>
            </a:r>
          </a:p>
          <a:p>
            <a:pPr marL="171450" indent="-171450" defTabSz="440695">
              <a:buFont typeface="Arial" panose="020B0604020202020204" pitchFamily="34" charset="0"/>
              <a:buChar char="•"/>
              <a:defRPr/>
            </a:pPr>
            <a:r>
              <a:rPr lang="en-US" sz="1000"/>
              <a:t>If the instance stops or terminates, data in the instance store is lost and cannot be recovered. </a:t>
            </a:r>
          </a:p>
          <a:p>
            <a:pPr defTabSz="440695">
              <a:defRPr/>
            </a:pPr>
            <a:endParaRPr lang="en-US" sz="1000"/>
          </a:p>
          <a:p>
            <a:pPr defTabSz="440695">
              <a:defRPr/>
            </a:pPr>
            <a:r>
              <a:rPr lang="en-US" sz="1000"/>
              <a:t>Many EC2 instances use </a:t>
            </a:r>
            <a:r>
              <a:rPr lang="en-US" sz="1000" b="0" i="1"/>
              <a:t>Amazon Elastic Block Store </a:t>
            </a:r>
            <a:r>
              <a:rPr lang="en-US" sz="1000" b="0"/>
              <a:t>(Amazon </a:t>
            </a:r>
            <a:r>
              <a:rPr lang="en-US" sz="1000"/>
              <a:t>EBS) for the boot disk and other storage needs, instead of an instance store. Amazon EBS provides persistent block storage volumes, which means that the data will be persisted.</a:t>
            </a:r>
            <a:r>
              <a:rPr lang="en-US" sz="1000" baseline="0"/>
              <a:t> F</a:t>
            </a:r>
            <a:r>
              <a:rPr lang="en-US" sz="1000"/>
              <a:t>or example, the</a:t>
            </a:r>
            <a:r>
              <a:rPr lang="en-US" sz="1000" baseline="0"/>
              <a:t> data still persists on that instance </a:t>
            </a:r>
            <a:r>
              <a:rPr lang="en-US" sz="1000"/>
              <a:t>even when the EC2 instance is in a stopped state. </a:t>
            </a:r>
          </a:p>
          <a:p>
            <a:pPr defTabSz="440695">
              <a:defRPr/>
            </a:pPr>
            <a:endParaRPr lang="en-US" sz="1000"/>
          </a:p>
          <a:p>
            <a:pPr defTabSz="440695">
              <a:defRPr/>
            </a:pPr>
            <a:r>
              <a:rPr lang="en-US" sz="1000" b="0" i="1"/>
              <a:t>Amazon EBS–optimized instances </a:t>
            </a:r>
            <a:r>
              <a:rPr lang="en-US" sz="1000"/>
              <a:t>minimize I/O contention between Amazon EBS and other traffic from your instance, which provides better performance guarantees. </a:t>
            </a:r>
          </a:p>
          <a:p>
            <a:pPr defTabSz="440695">
              <a:defRPr/>
            </a:pPr>
            <a:endParaRPr lang="en-US" sz="1000"/>
          </a:p>
          <a:p>
            <a:pPr defTabSz="440695">
              <a:defRPr/>
            </a:pPr>
            <a:r>
              <a:rPr lang="en-US" sz="1000" b="0"/>
              <a:t>EC2 instances can have </a:t>
            </a:r>
            <a:r>
              <a:rPr lang="en-US" sz="1000" b="0" i="1"/>
              <a:t>network</a:t>
            </a:r>
            <a:r>
              <a:rPr lang="en-US" sz="1000" b="0"/>
              <a:t> connectivity to other resources, such as other EC2 instances, Amazon Simple Storage Service</a:t>
            </a:r>
            <a:r>
              <a:rPr lang="en-US" sz="1000" b="0" baseline="0"/>
              <a:t> (Amazon </a:t>
            </a:r>
            <a:r>
              <a:rPr lang="en-US" sz="1000" b="0"/>
              <a:t>S3) object storage, and the internet at large. You can configure the degree of network access to suit your needs and to balance accessibility needs with security requirements. </a:t>
            </a:r>
            <a:r>
              <a:rPr lang="en-US" sz="1000"/>
              <a:t>Different instance types provide different levels of network performance.</a:t>
            </a:r>
          </a:p>
        </p:txBody>
      </p:sp>
    </p:spTree>
    <p:extLst>
      <p:ext uri="{BB962C8B-B14F-4D97-AF65-F5344CB8AC3E}">
        <p14:creationId xmlns:p14="http://schemas.microsoft.com/office/powerpoint/2010/main" val="1564750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1"/>
              <a:t>Instance types </a:t>
            </a:r>
            <a:r>
              <a:rPr lang="en-US" sz="1000"/>
              <a:t>refer to the available</a:t>
            </a:r>
            <a:r>
              <a:rPr lang="en-US" sz="1000" baseline="0"/>
              <a:t> selection of instances that you can choose from for your workloads. There are many instance types</a:t>
            </a:r>
            <a:r>
              <a:rPr lang="en-US" sz="1000" kern="1200" baseline="0">
                <a:solidFill>
                  <a:schemeClr val="tx1"/>
                </a:solidFill>
              </a:rPr>
              <a:t>. Some are general purpose, while others are designed to provide extra CPU (processing power), extra RAM (memory), or extra I/O Network performance.  There are many variations, categories, families, and types. </a:t>
            </a:r>
          </a:p>
          <a:p>
            <a:endParaRPr lang="en-US" sz="1000" kern="1200" baseline="0">
              <a:solidFill>
                <a:schemeClr val="tx1"/>
              </a:solidFill>
            </a:endParaRPr>
          </a:p>
          <a:p>
            <a:r>
              <a:rPr lang="en-US" sz="1000" kern="1200" baseline="0">
                <a:solidFill>
                  <a:schemeClr val="tx1"/>
                </a:solidFill>
              </a:rPr>
              <a:t>Assuming you know about the type of workload you want to run on the instance you are launching, you should choose the most cost-effective instance type that supports the workload’s requirements.</a:t>
            </a:r>
          </a:p>
          <a:p>
            <a:pPr rtl="0" eaLnBrk="1" fontAlgn="ctr" latinLnBrk="0" hangingPunct="1"/>
            <a:endParaRPr lang="en-US" sz="1000" kern="1200" baseline="0">
              <a:solidFill>
                <a:schemeClr val="tx1"/>
              </a:solidFill>
            </a:endParaRPr>
          </a:p>
          <a:p>
            <a:pPr rtl="0" eaLnBrk="1" fontAlgn="ctr" latinLnBrk="0" hangingPunct="1"/>
            <a:r>
              <a:rPr lang="en-US" sz="1000" kern="1200" baseline="0">
                <a:solidFill>
                  <a:schemeClr val="tx1"/>
                </a:solidFill>
              </a:rPr>
              <a:t>Consider an example instance type. On the right in the top, you can see an instance type named </a:t>
            </a:r>
            <a:r>
              <a:rPr lang="en-US" sz="1000" b="0" i="1" kern="1200" baseline="0">
                <a:solidFill>
                  <a:schemeClr val="tx1"/>
                </a:solidFill>
              </a:rPr>
              <a:t>t3.nano</a:t>
            </a:r>
            <a:r>
              <a:rPr lang="en-US" sz="1000" kern="1200" baseline="0">
                <a:solidFill>
                  <a:schemeClr val="tx1"/>
                </a:solidFill>
              </a:rPr>
              <a:t>. The t3.nano instance type is part of the General Purpose </a:t>
            </a:r>
            <a:r>
              <a:rPr lang="en-US" sz="1000" b="0" i="1" kern="1200" baseline="0">
                <a:solidFill>
                  <a:schemeClr val="tx1"/>
                </a:solidFill>
              </a:rPr>
              <a:t>category</a:t>
            </a:r>
            <a:r>
              <a:rPr lang="en-US" sz="1000" kern="1200" baseline="0">
                <a:solidFill>
                  <a:schemeClr val="tx1"/>
                </a:solidFill>
              </a:rPr>
              <a:t> and part of the T3 </a:t>
            </a:r>
            <a:r>
              <a:rPr lang="en-US" sz="1000" b="0" i="1" kern="1200" baseline="0">
                <a:solidFill>
                  <a:schemeClr val="tx1"/>
                </a:solidFill>
              </a:rPr>
              <a:t>family</a:t>
            </a:r>
            <a:r>
              <a:rPr lang="en-US" sz="1000" i="0" kern="1200" baseline="0">
                <a:solidFill>
                  <a:schemeClr val="tx1"/>
                </a:solidFill>
              </a:rPr>
              <a:t> of instances</a:t>
            </a:r>
            <a:r>
              <a:rPr lang="en-US" sz="1000" kern="1200" baseline="0">
                <a:solidFill>
                  <a:schemeClr val="tx1"/>
                </a:solidFill>
              </a:rPr>
              <a:t>. Nano refers to a specific instance type within that family. </a:t>
            </a:r>
          </a:p>
          <a:p>
            <a:pPr rtl="0" eaLnBrk="1" fontAlgn="ctr" latinLnBrk="0" hangingPunct="1"/>
            <a:endParaRPr lang="en-US" sz="1000" kern="1200" baseline="0">
              <a:solidFill>
                <a:schemeClr val="tx1"/>
              </a:solidFill>
            </a:endParaRPr>
          </a:p>
          <a:p>
            <a:pPr rtl="0" eaLnBrk="1" fontAlgn="ctr" latinLnBrk="0" hangingPunct="1"/>
            <a:r>
              <a:rPr lang="en-US" sz="1000" kern="1200" baseline="0">
                <a:solidFill>
                  <a:schemeClr val="tx1"/>
                </a:solidFill>
              </a:rPr>
              <a:t>When you launch a </a:t>
            </a:r>
            <a:r>
              <a:rPr lang="en-US" sz="1000" b="0" i="1" kern="1200" baseline="0">
                <a:solidFill>
                  <a:schemeClr val="tx1"/>
                </a:solidFill>
              </a:rPr>
              <a:t>t3.nano</a:t>
            </a:r>
            <a:r>
              <a:rPr lang="en-US" sz="1000" b="1" kern="1200" baseline="0">
                <a:solidFill>
                  <a:schemeClr val="tx1"/>
                </a:solidFill>
              </a:rPr>
              <a:t> </a:t>
            </a:r>
            <a:r>
              <a:rPr lang="en-US" sz="1000" kern="1200" baseline="0">
                <a:solidFill>
                  <a:schemeClr val="tx1"/>
                </a:solidFill>
              </a:rPr>
              <a:t>instance, it comes with 2 vCPU, 0.5 GB of memory, up to 5 Gbps of network performance. The OS for a t3.nano instance boots on Amazon EBS storage.  </a:t>
            </a:r>
          </a:p>
          <a:p>
            <a:pPr rtl="0" eaLnBrk="1" fontAlgn="ctr" latinLnBrk="0" hangingPunct="1"/>
            <a:endParaRPr lang="en-US" sz="1000" kern="1200" baseline="0">
              <a:solidFill>
                <a:schemeClr val="tx1"/>
              </a:solidFill>
            </a:endParaRPr>
          </a:p>
          <a:p>
            <a:pPr rtl="0" eaLnBrk="1" fontAlgn="ctr" latinLnBrk="0" hangingPunct="1"/>
            <a:r>
              <a:rPr lang="en-US" sz="1000" kern="1200" baseline="0">
                <a:solidFill>
                  <a:schemeClr val="tx1"/>
                </a:solidFill>
              </a:rPr>
              <a:t>In contrast, the </a:t>
            </a:r>
            <a:r>
              <a:rPr lang="en-US" sz="1000" b="0" i="1" kern="1200" baseline="0">
                <a:solidFill>
                  <a:schemeClr val="tx1"/>
                </a:solidFill>
              </a:rPr>
              <a:t>x1e.32xlarge </a:t>
            </a:r>
            <a:r>
              <a:rPr lang="en-US" sz="1000" kern="1200" baseline="0">
                <a:solidFill>
                  <a:schemeClr val="tx1"/>
                </a:solidFill>
              </a:rPr>
              <a:t>instance type is a memory optimized instance type, which is designed specifically for high-performance databases, in-memory databases, and other memory intensive enterprise applications. It comes with 128 vCPU, 3,904 GB of memory, 14,000 Mbps of dedicated Amazon EBS bandwidth, 25 Gigabit network performance, and 3,840 GB of solid state drive (SSD) storage. As you can see, Amazon EC2 offers a wide variety of instance types.</a:t>
            </a:r>
          </a:p>
          <a:p>
            <a:pPr rtl="0" eaLnBrk="1" fontAlgn="ctr" latinLnBrk="0" hangingPunct="1"/>
            <a:endParaRPr lang="en-US" sz="1000" kern="1200" baseline="0">
              <a:solidFill>
                <a:schemeClr val="tx1"/>
              </a:solidFill>
            </a:endParaRPr>
          </a:p>
          <a:p>
            <a:pPr rtl="0" eaLnBrk="1" fontAlgn="ctr" latinLnBrk="0" hangingPunct="1"/>
            <a:r>
              <a:rPr lang="en-US" sz="1000" kern="1200" baseline="0">
                <a:solidFill>
                  <a:schemeClr val="tx1"/>
                </a:solidFill>
              </a:rPr>
              <a:t>You can look up the details of all the instance types at</a:t>
            </a:r>
            <a:r>
              <a:rPr lang="en-US" sz="1000" baseline="0"/>
              <a:t> </a:t>
            </a:r>
            <a:r>
              <a:rPr lang="en-US" sz="1000"/>
              <a:t>https://aws.amazon.com/ec2/instance-types. </a:t>
            </a:r>
          </a:p>
          <a:p>
            <a:endParaRPr lang="en-US" sz="1000"/>
          </a:p>
          <a:p>
            <a:r>
              <a:rPr lang="en-US" sz="1000"/>
              <a:t>For more information about choosing the right instance size for a particular</a:t>
            </a:r>
            <a:r>
              <a:rPr lang="en-US" sz="1000" baseline="0"/>
              <a:t> use case while optimizing for cost, visit</a:t>
            </a:r>
          </a:p>
          <a:p>
            <a:r>
              <a:rPr lang="en-US" sz="1000"/>
              <a:t>https://aws.amazon.com/answers/account-management/cost-optimization-ec2-right-sizing/. </a:t>
            </a:r>
          </a:p>
          <a:p>
            <a:endParaRPr lang="en-US" sz="1000"/>
          </a:p>
          <a:p>
            <a:endParaRPr lang="en-US" sz="1000"/>
          </a:p>
          <a:p>
            <a:endParaRPr lang="en-US" sz="1000"/>
          </a:p>
          <a:p>
            <a:endParaRPr lang="en-US" sz="1000"/>
          </a:p>
        </p:txBody>
      </p:sp>
    </p:spTree>
    <p:extLst>
      <p:ext uri="{BB962C8B-B14F-4D97-AF65-F5344CB8AC3E}">
        <p14:creationId xmlns:p14="http://schemas.microsoft.com/office/powerpoint/2010/main" val="3289106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2"/>
            <a:ext cx="5608319" cy="4488722"/>
          </a:xfrm>
        </p:spPr>
        <p:txBody>
          <a:bodyPr/>
          <a:lstStyle/>
          <a:p>
            <a:pPr defTabSz="440695">
              <a:defRPr/>
            </a:pPr>
            <a:r>
              <a:rPr lang="en-US" sz="1000" b="0" baseline="0"/>
              <a:t>Here is an overview of what it takes to provision an instance. </a:t>
            </a:r>
          </a:p>
          <a:p>
            <a:pPr defTabSz="440695">
              <a:defRPr/>
            </a:pPr>
            <a:endParaRPr lang="en-US" sz="1000" b="0" baseline="0"/>
          </a:p>
          <a:p>
            <a:pPr defTabSz="440695">
              <a:defRPr/>
            </a:pPr>
            <a:r>
              <a:rPr lang="en-US" sz="1000" b="0" baseline="0"/>
              <a:t>You start with an </a:t>
            </a:r>
            <a:r>
              <a:rPr lang="en-US" sz="1000" b="0" i="1" baseline="0"/>
              <a:t>Amazon Machine Image (AMI)</a:t>
            </a:r>
            <a:r>
              <a:rPr lang="en-US" sz="1000" b="0" baseline="0"/>
              <a:t>, which is the </a:t>
            </a:r>
            <a:r>
              <a:rPr lang="en-US" sz="1000" b="0" i="1" baseline="0"/>
              <a:t>template</a:t>
            </a:r>
            <a:r>
              <a:rPr lang="en-US" sz="1000" b="0" baseline="0"/>
              <a:t> that Amazon EC2 uses to launch an instance. Some AMIs are provided by AWS. Other AMIs are created by third-party organizations and are available in the Amazon Marketplace. Another option is that you can create your own AMI from an existing </a:t>
            </a:r>
            <a:r>
              <a:rPr lang="en-US" sz="1000"/>
              <a:t>Amazon EC2</a:t>
            </a:r>
            <a:r>
              <a:rPr lang="en-US" sz="1000" b="0" baseline="0"/>
              <a:t> instance. </a:t>
            </a:r>
          </a:p>
          <a:p>
            <a:pPr defTabSz="440695">
              <a:defRPr/>
            </a:pPr>
            <a:endParaRPr lang="en-US" sz="1000" b="0" baseline="0"/>
          </a:p>
          <a:p>
            <a:pPr defTabSz="440695">
              <a:defRPr/>
            </a:pPr>
            <a:r>
              <a:rPr lang="en-US" sz="1000" b="0" baseline="0"/>
              <a:t>In order to launch an instance, you need to specify a number of details beyond which AMI to use. The components shown on this slide are not an exhaustive list of the options available when you configure an instance. However, they are important items you need in order to launch a secure instance. </a:t>
            </a:r>
          </a:p>
          <a:p>
            <a:pPr defTabSz="440695">
              <a:defRPr/>
            </a:pPr>
            <a:endParaRPr lang="en-US" sz="1000" b="0" baseline="0"/>
          </a:p>
          <a:p>
            <a:pPr defTabSz="440695">
              <a:defRPr/>
            </a:pPr>
            <a:r>
              <a:rPr lang="en-US" sz="1000" b="0" baseline="0"/>
              <a:t>When you launch an instance, you can specify </a:t>
            </a:r>
            <a:r>
              <a:rPr lang="en-US" sz="1000" b="0" i="1" baseline="0"/>
              <a:t>network placement and addressing </a:t>
            </a:r>
            <a:r>
              <a:rPr lang="en-US" sz="1000" b="0" baseline="0"/>
              <a:t>as appropriate when you must secure the instance and provide access to it. All instances are deployed within a network either in EC2-Classic or in a virtual private cloud (VPC). You can decide whether to assign a public IP address or DNS address to the instance as well. </a:t>
            </a:r>
          </a:p>
          <a:p>
            <a:pPr defTabSz="440695">
              <a:defRPr/>
            </a:pPr>
            <a:endParaRPr lang="en-US" sz="1000" b="0" baseline="0"/>
          </a:p>
          <a:p>
            <a:pPr defTabSz="440695">
              <a:defRPr/>
            </a:pPr>
            <a:r>
              <a:rPr lang="en-US" sz="1000" b="0" baseline="0"/>
              <a:t>The </a:t>
            </a:r>
            <a:r>
              <a:rPr lang="en-US" sz="1000" b="0" i="1" baseline="0"/>
              <a:t>storage</a:t>
            </a:r>
            <a:r>
              <a:rPr lang="en-US" sz="1000" b="0" baseline="0"/>
              <a:t> type that the instance’s operating system (OS) will boot from can be either ephemeral storage or an EBS volume. You can also attach additional block storage volumes to the instance. </a:t>
            </a:r>
          </a:p>
          <a:p>
            <a:pPr defTabSz="440695">
              <a:defRPr/>
            </a:pPr>
            <a:endParaRPr lang="en-US" sz="1000" b="0" baseline="0"/>
          </a:p>
          <a:p>
            <a:pPr defTabSz="440695">
              <a:defRPr/>
            </a:pPr>
            <a:r>
              <a:rPr lang="en-US" sz="1000" b="0" baseline="0"/>
              <a:t>You must also configure a new </a:t>
            </a:r>
            <a:r>
              <a:rPr lang="en-US" sz="1000" b="0" i="1" baseline="0"/>
              <a:t>security group</a:t>
            </a:r>
            <a:r>
              <a:rPr lang="en-US" sz="1000" b="0" baseline="0"/>
              <a:t> or use an existing one. The security group defines which ports that network traffic is allowed on. </a:t>
            </a:r>
          </a:p>
          <a:p>
            <a:pPr defTabSz="440695">
              <a:defRPr/>
            </a:pPr>
            <a:endParaRPr lang="en-US" sz="1000" b="0" baseline="0"/>
          </a:p>
          <a:p>
            <a:pPr defTabSz="440695">
              <a:defRPr/>
            </a:pPr>
            <a:r>
              <a:rPr lang="en-US" sz="1000" b="0" baseline="0"/>
              <a:t>Also, a </a:t>
            </a:r>
            <a:r>
              <a:rPr lang="en-US" sz="1000" b="0" i="1" baseline="0"/>
              <a:t>key pair </a:t>
            </a:r>
            <a:r>
              <a:rPr lang="en-US" sz="1000" b="0" baseline="0"/>
              <a:t>is typically also specified at launch. The key pair is commonly used for Secure Shell (SSH) connections or for establishing Remote Desktop Protocol (RDP) access. Finally, you can optionally specify </a:t>
            </a:r>
            <a:r>
              <a:rPr lang="en-US" sz="1000" b="0" i="1" baseline="0"/>
              <a:t>user data </a:t>
            </a:r>
            <a:r>
              <a:rPr lang="en-US" sz="1000" b="0" baseline="0"/>
              <a:t>when you launch an instance, which provides a powerful but simple way to automate installations and configurations on the virtual machine when it launches.</a:t>
            </a:r>
          </a:p>
          <a:p>
            <a:pPr marL="0" indent="0" defTabSz="440695">
              <a:buFont typeface="Arial" panose="020B0604020202020204" pitchFamily="34" charset="0"/>
              <a:buNone/>
              <a:defRPr/>
            </a:pPr>
            <a:endParaRPr lang="en-US" sz="1000" b="0" baseline="0"/>
          </a:p>
          <a:p>
            <a:pPr defTabSz="440695">
              <a:defRPr/>
            </a:pPr>
            <a:r>
              <a:rPr lang="en-US" sz="1000" b="0" baseline="0"/>
              <a:t>You will look at each of these configuration options in detail next. </a:t>
            </a:r>
            <a:endParaRPr lang="en-US" sz="1000" b="0"/>
          </a:p>
        </p:txBody>
      </p:sp>
    </p:spTree>
    <p:extLst>
      <p:ext uri="{BB962C8B-B14F-4D97-AF65-F5344CB8AC3E}">
        <p14:creationId xmlns:p14="http://schemas.microsoft.com/office/powerpoint/2010/main" val="3422249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a:solidFill>
                  <a:schemeClr val="tx1"/>
                </a:solidFill>
                <a:effectLst/>
              </a:rPr>
              <a:t>You will now </a:t>
            </a:r>
            <a:r>
              <a:rPr lang="en-US" sz="1000" b="0" i="0" kern="1200" baseline="0">
                <a:solidFill>
                  <a:schemeClr val="tx1"/>
                </a:solidFill>
                <a:effectLst/>
              </a:rPr>
              <a:t>take a closer look </a:t>
            </a:r>
            <a:r>
              <a:rPr lang="en-US" sz="1000" b="0" i="0" kern="1200">
                <a:solidFill>
                  <a:schemeClr val="tx1"/>
                </a:solidFill>
                <a:effectLst/>
              </a:rPr>
              <a:t>at </a:t>
            </a:r>
            <a:r>
              <a:rPr lang="en-US" sz="1000" b="0" i="1" kern="1200">
                <a:solidFill>
                  <a:schemeClr val="tx1"/>
                </a:solidFill>
                <a:effectLst/>
              </a:rPr>
              <a:t>Amazon Machine Images (AMIs)</a:t>
            </a:r>
            <a:r>
              <a:rPr lang="en-US" sz="1000" b="0" i="0" kern="1200">
                <a:solidFill>
                  <a:schemeClr val="tx1"/>
                </a:solidFill>
                <a:effectLst/>
              </a:rPr>
              <a:t>.</a:t>
            </a:r>
            <a:r>
              <a:rPr lang="en-US" sz="1000" b="1" i="0" kern="1200">
                <a:solidFill>
                  <a:schemeClr val="tx1"/>
                </a:solidFill>
                <a:effectLst/>
              </a:rPr>
              <a:t> </a:t>
            </a:r>
            <a:r>
              <a:rPr lang="en-US" sz="1000" b="0" i="0" kern="1200">
                <a:solidFill>
                  <a:schemeClr val="tx1"/>
                </a:solidFill>
                <a:effectLst/>
              </a:rPr>
              <a:t>An AMI provides the information that is required to launch an instance, which is a virtual server in the cloud. You must specify a source AMI when you launch an instance. You can launch multiple instances from a single AMI when you need multiple instances that have the same configuration. </a:t>
            </a:r>
          </a:p>
          <a:p>
            <a:endParaRPr lang="en-US" sz="1000" b="0" i="0" kern="1200">
              <a:solidFill>
                <a:schemeClr val="tx1"/>
              </a:solidFill>
              <a:effectLst/>
            </a:endParaRPr>
          </a:p>
          <a:p>
            <a:r>
              <a:rPr lang="en-US" sz="1000" b="0" i="0" kern="1200">
                <a:solidFill>
                  <a:schemeClr val="tx1"/>
                </a:solidFill>
                <a:effectLst/>
              </a:rPr>
              <a:t>You can also use different AMIs to launch instances when you need instances with different configurations. You can create a new a AMI from an instance at any time. For example, you could launch three instances from the same AMI, modify each instance in a different way by changing their configurations or installing additional software on some of them, and then capture each instance as a new AMI. Then, you would have three different new AMIs, and the changes that you made to each instance will be captured as a new template for creating additional matching instances.</a:t>
            </a:r>
          </a:p>
          <a:p>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An AMI includes a </a:t>
            </a:r>
            <a:r>
              <a:rPr lang="en-US" sz="1000" b="0" i="1" kern="1200">
                <a:solidFill>
                  <a:schemeClr val="tx1"/>
                </a:solidFill>
                <a:effectLst/>
              </a:rPr>
              <a:t>template</a:t>
            </a:r>
            <a:r>
              <a:rPr lang="en-US" sz="1000" b="0" i="0" kern="1200">
                <a:solidFill>
                  <a:schemeClr val="tx1"/>
                </a:solidFill>
                <a:effectLst/>
              </a:rPr>
              <a:t> for the root volume for the instance that will include an operating system, and perhaps an application server</a:t>
            </a:r>
            <a:r>
              <a:rPr lang="en-US" sz="1000" b="0" i="0" kern="1200" baseline="0">
                <a:solidFill>
                  <a:schemeClr val="tx1"/>
                </a:solidFill>
                <a:effectLst/>
              </a:rPr>
              <a:t> </a:t>
            </a:r>
            <a:r>
              <a:rPr lang="en-US" sz="1000" b="0" i="0" kern="1200">
                <a:solidFill>
                  <a:schemeClr val="tx1"/>
                </a:solidFill>
                <a:effectLst/>
              </a:rPr>
              <a:t>and other applications on it. </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The AMI also includes </a:t>
            </a:r>
            <a:r>
              <a:rPr lang="en-US" sz="1000" b="0" i="1" kern="1200">
                <a:solidFill>
                  <a:schemeClr val="tx1"/>
                </a:solidFill>
                <a:effectLst/>
              </a:rPr>
              <a:t>launch permissions</a:t>
            </a:r>
            <a:r>
              <a:rPr lang="en-US" sz="1000" b="0" i="0" kern="1200">
                <a:solidFill>
                  <a:schemeClr val="tx1"/>
                </a:solidFill>
                <a:effectLst/>
              </a:rPr>
              <a:t>. These permissions control which AWS accounts can use the AMI to launch instances, and they also allow you to make the AMI available to the public.</a:t>
            </a:r>
          </a:p>
          <a:p>
            <a:pPr marL="171450" indent="-171450">
              <a:buFont typeface="Arial" panose="020B0604020202020204" pitchFamily="34" charset="0"/>
              <a:buChar char="•"/>
            </a:pPr>
            <a:endParaRPr lang="en-US" sz="1000" b="0" i="0" kern="1200">
              <a:solidFill>
                <a:schemeClr val="tx1"/>
              </a:solidFill>
              <a:effectLst/>
            </a:endParaRPr>
          </a:p>
          <a:p>
            <a:pPr marL="171450" indent="-171450">
              <a:buFont typeface="Arial" panose="020B0604020202020204" pitchFamily="34" charset="0"/>
              <a:buChar char="•"/>
            </a:pPr>
            <a:r>
              <a:rPr lang="en-US" sz="1000" b="0" i="0" kern="1200">
                <a:solidFill>
                  <a:schemeClr val="tx1"/>
                </a:solidFill>
                <a:effectLst/>
              </a:rPr>
              <a:t>The AMI also includes </a:t>
            </a:r>
            <a:r>
              <a:rPr lang="en-US" sz="1000" b="0" i="1" kern="1200">
                <a:solidFill>
                  <a:schemeClr val="tx1"/>
                </a:solidFill>
                <a:effectLst/>
              </a:rPr>
              <a:t>block device mappings</a:t>
            </a:r>
            <a:r>
              <a:rPr lang="en-US" sz="1000" b="0" i="0" kern="1200">
                <a:solidFill>
                  <a:schemeClr val="tx1"/>
                </a:solidFill>
                <a:effectLst/>
              </a:rPr>
              <a:t>,</a:t>
            </a:r>
            <a:r>
              <a:rPr lang="en-US" sz="1000" b="0" i="1" kern="1200">
                <a:solidFill>
                  <a:schemeClr val="tx1"/>
                </a:solidFill>
                <a:effectLst/>
              </a:rPr>
              <a:t> </a:t>
            </a:r>
            <a:r>
              <a:rPr lang="en-US" sz="1000" b="0" i="0" kern="1200">
                <a:solidFill>
                  <a:schemeClr val="tx1"/>
                </a:solidFill>
                <a:effectLst/>
              </a:rPr>
              <a:t>which specify additional storage volumes (if any) to attach to the instance when it</a:t>
            </a:r>
            <a:r>
              <a:rPr lang="en-US" sz="1000" b="0" i="0" kern="1200" baseline="0">
                <a:solidFill>
                  <a:schemeClr val="tx1"/>
                </a:solidFill>
                <a:effectLst/>
              </a:rPr>
              <a:t> is</a:t>
            </a:r>
            <a:r>
              <a:rPr lang="en-US" sz="1000" b="0" i="0" kern="1200">
                <a:solidFill>
                  <a:schemeClr val="tx1"/>
                </a:solidFill>
                <a:effectLst/>
              </a:rPr>
              <a:t> launched.</a:t>
            </a:r>
          </a:p>
          <a:p>
            <a:endParaRPr lang="en-US" sz="1000" b="0" i="0" kern="1200">
              <a:solidFill>
                <a:schemeClr val="tx1"/>
              </a:solidFill>
              <a:effectLst/>
            </a:endParaRPr>
          </a:p>
          <a:p>
            <a:r>
              <a:rPr lang="en-US" sz="1000" b="0" i="0" kern="1200">
                <a:solidFill>
                  <a:schemeClr val="tx1"/>
                </a:solidFill>
                <a:effectLst/>
              </a:rPr>
              <a:t>You can select an AMI that is provided by AWS, an AMI that</a:t>
            </a:r>
            <a:r>
              <a:rPr lang="en-US" sz="1000" b="0" i="0" kern="1200" baseline="0">
                <a:solidFill>
                  <a:schemeClr val="tx1"/>
                </a:solidFill>
                <a:effectLst/>
              </a:rPr>
              <a:t> was </a:t>
            </a:r>
            <a:r>
              <a:rPr lang="en-US" sz="1000" b="0" i="0" kern="1200">
                <a:solidFill>
                  <a:schemeClr val="tx1"/>
                </a:solidFill>
                <a:effectLst/>
              </a:rPr>
              <a:t>built by someone in the user community, an AMI that is available in the AWS Marketplace, or one of your own AMIs.</a:t>
            </a:r>
          </a:p>
          <a:p>
            <a:endParaRPr lang="en-US" sz="1000" b="0" i="0" kern="1200">
              <a:solidFill>
                <a:schemeClr val="tx1"/>
              </a:solidFill>
              <a:effectLst/>
            </a:endParaRPr>
          </a:p>
          <a:p>
            <a:r>
              <a:rPr lang="en-US" sz="1000" b="0" i="0" kern="1200">
                <a:solidFill>
                  <a:schemeClr val="tx1"/>
                </a:solidFill>
                <a:effectLst/>
              </a:rPr>
              <a:t>For more information, see </a:t>
            </a:r>
            <a:r>
              <a:rPr lang="en-US" sz="1000" b="0" i="0" kern="1200">
                <a:solidFill>
                  <a:schemeClr val="tx1"/>
                </a:solidFill>
                <a:effectLst/>
                <a:hlinkClick r:id="rId3"/>
              </a:rPr>
              <a:t>https://docs.aws.amazon.com/AWSEC2/latest/UserGuide/AMIs.html</a:t>
            </a:r>
            <a:r>
              <a:rPr lang="en-US" sz="1000" b="0" i="0" kern="1200">
                <a:solidFill>
                  <a:schemeClr val="tx1"/>
                </a:solidFill>
                <a:effectLst/>
              </a:rPr>
              <a:t> </a:t>
            </a:r>
          </a:p>
          <a:p>
            <a:endParaRPr lang="en-US" sz="1000" b="0" i="0" kern="1200">
              <a:solidFill>
                <a:schemeClr val="tx1"/>
              </a:solidFill>
              <a:effectLst/>
            </a:endParaRPr>
          </a:p>
          <a:p>
            <a:endParaRPr lang="en-US" sz="1000"/>
          </a:p>
        </p:txBody>
      </p:sp>
    </p:spTree>
    <p:extLst>
      <p:ext uri="{BB962C8B-B14F-4D97-AF65-F5344CB8AC3E}">
        <p14:creationId xmlns:p14="http://schemas.microsoft.com/office/powerpoint/2010/main" val="2777684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7" name="Notes Placeholder 6"/>
          <p:cNvSpPr>
            <a:spLocks noGrp="1"/>
          </p:cNvSpPr>
          <p:nvPr>
            <p:ph type="body" idx="1"/>
          </p:nvPr>
        </p:nvSpPr>
        <p:spPr>
          <a:xfrm>
            <a:off x="685800" y="4400550"/>
            <a:ext cx="5486400" cy="3109522"/>
          </a:xfrm>
        </p:spPr>
        <p:txBody>
          <a:bodyPr/>
          <a:lstStyle/>
          <a:p>
            <a:r>
              <a:rPr lang="en-US" sz="1000" b="0"/>
              <a:t>When you launch an instance that will use Amazon EBS storage, you can choose from a number of available EBS volume types.</a:t>
            </a:r>
          </a:p>
          <a:p>
            <a:endParaRPr lang="en-US" sz="1000" b="0"/>
          </a:p>
          <a:p>
            <a:pPr marL="171450" indent="-171450">
              <a:buFont typeface="Arial" panose="020B0604020202020204" pitchFamily="34" charset="0"/>
              <a:buChar char="•"/>
            </a:pPr>
            <a:r>
              <a:rPr lang="en-US" sz="1000" b="0" i="1"/>
              <a:t>Solid state drive (SSD) </a:t>
            </a:r>
            <a:r>
              <a:rPr lang="en-US" sz="1000" b="0"/>
              <a:t>volumes offer higher performance than </a:t>
            </a:r>
            <a:r>
              <a:rPr lang="en-US" sz="1000" b="0" i="1"/>
              <a:t>hard disk drive </a:t>
            </a:r>
            <a:r>
              <a:rPr lang="en-US" sz="1000" b="0"/>
              <a:t>(HDD) volumes, but HDD volumes are less expensive to use. </a:t>
            </a:r>
          </a:p>
          <a:p>
            <a:pPr marL="171450" indent="-171450">
              <a:buFont typeface="Arial" panose="020B0604020202020204" pitchFamily="34" charset="0"/>
              <a:buChar char="•"/>
            </a:pPr>
            <a:endParaRPr lang="en-US" sz="1000" b="1"/>
          </a:p>
          <a:p>
            <a:pPr marL="171450" indent="-171450">
              <a:buFont typeface="Arial" panose="020B0604020202020204" pitchFamily="34" charset="0"/>
              <a:buChar char="•"/>
            </a:pPr>
            <a:r>
              <a:rPr lang="en-US" sz="1000" b="0" i="1"/>
              <a:t>Provisioned IOPS SSD (io1) volumes </a:t>
            </a:r>
            <a:r>
              <a:rPr lang="en-US" sz="1000"/>
              <a:t>offer the highest-performance option for Amazon EBS storage. They are a good choice for I/O intensive database and application workloads, as well as throughput-intensive database and data warehouse workloads</a:t>
            </a:r>
            <a:r>
              <a:rPr lang="en-US" sz="1000" baseline="0"/>
              <a:t> (</a:t>
            </a:r>
            <a:r>
              <a:rPr lang="en-US" sz="1000"/>
              <a:t>such as HBase and Cassandra).</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b="0" i="1"/>
              <a:t>General purpose SSD (gp2) volumes </a:t>
            </a:r>
            <a:r>
              <a:rPr lang="en-US" sz="1000"/>
              <a:t>are suitable for a broad range of transactional workloads, and they are good for boot volumes and low-latency interactive applications. GP2 is the default EBS volume type for Amazon EC2 instances. If you need a greater number of IOPS than gp2 can provide, if you have a workload where low latency is critical, or if you need better performance consistency, we recommend that you use io1. To maximize the performance of gp2, use EBS-optimized EC2 instances.</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r>
              <a:rPr lang="en-US" sz="1000" b="0" i="1"/>
              <a:t>Throughput optimized HDD (st1) volumes </a:t>
            </a:r>
            <a:r>
              <a:rPr lang="en-US" sz="1000" b="0"/>
              <a:t>are </a:t>
            </a:r>
            <a:r>
              <a:rPr lang="en-US" sz="1000"/>
              <a:t>backed by hard disk drives. They are ideal for frequently accessed, throughput-intensive workloads that</a:t>
            </a:r>
            <a:r>
              <a:rPr lang="en-US" sz="1000" baseline="0"/>
              <a:t> have</a:t>
            </a:r>
            <a:r>
              <a:rPr lang="en-US" sz="1000"/>
              <a:t> large datasets and large I/O sizes, such as MapReduce, Kafka, log processing, data warehouse, and extract,</a:t>
            </a:r>
            <a:r>
              <a:rPr lang="en-US" sz="1000" baseline="0"/>
              <a:t> transform, load (</a:t>
            </a:r>
            <a:r>
              <a:rPr lang="en-US" sz="1000"/>
              <a:t>ETL) workloads. To maximize the performance of st1, use EBS-optimized EC2 instances.</a:t>
            </a:r>
          </a:p>
          <a:p>
            <a:pPr marL="171450" indent="-171450">
              <a:buFont typeface="Arial" panose="020B0604020202020204" pitchFamily="34" charset="0"/>
              <a:buChar char="•"/>
            </a:pPr>
            <a:endParaRPr lang="en-US" sz="1000" b="1"/>
          </a:p>
          <a:p>
            <a:pPr marL="171450" indent="-171450">
              <a:buFont typeface="Arial" panose="020B0604020202020204" pitchFamily="34" charset="0"/>
              <a:buChar char="•"/>
            </a:pPr>
            <a:r>
              <a:rPr lang="en-US" sz="1000" b="0"/>
              <a:t>Another options is </a:t>
            </a:r>
            <a:r>
              <a:rPr lang="en-US" sz="1000" b="0" i="1"/>
              <a:t>cold HDD (sc1) volumes</a:t>
            </a:r>
            <a:r>
              <a:rPr lang="en-US" sz="1000" b="0" i="0"/>
              <a:t>,</a:t>
            </a:r>
            <a:r>
              <a:rPr lang="en-US" sz="1000" b="0" i="1"/>
              <a:t> </a:t>
            </a:r>
            <a:r>
              <a:rPr lang="en-US" sz="1000" b="0"/>
              <a:t>which are</a:t>
            </a:r>
            <a:r>
              <a:rPr lang="en-US" sz="1000" b="1"/>
              <a:t> </a:t>
            </a:r>
            <a:r>
              <a:rPr lang="en-US" sz="1000"/>
              <a:t>backed by hard disk drives and provide the lowest cost per GB of all the EBS volume types. Sc1 volumes are ideal for less frequently accessed workloads with large, cold datasets. In</a:t>
            </a:r>
            <a:r>
              <a:rPr lang="en-US" sz="1000" baseline="0"/>
              <a:t> a way that’s si</a:t>
            </a:r>
            <a:r>
              <a:rPr lang="en-US" sz="1000"/>
              <a:t>milar to st1, sc1 provides a burst model. </a:t>
            </a:r>
          </a:p>
          <a:p>
            <a:endParaRPr lang="en-US" sz="1000"/>
          </a:p>
          <a:p>
            <a:r>
              <a:rPr lang="en-US" sz="1000"/>
              <a:t>For more information about EBS volume types, see </a:t>
            </a:r>
            <a:r>
              <a:rPr lang="en-US" sz="1000">
                <a:hlinkClick r:id="rId3"/>
              </a:rPr>
              <a:t>https://aws.amazon.com/ebs/features/</a:t>
            </a:r>
            <a:r>
              <a:rPr lang="en-US" sz="1000"/>
              <a:t> </a:t>
            </a:r>
          </a:p>
          <a:p>
            <a:endParaRPr lang="en-US" sz="1000" b="1"/>
          </a:p>
          <a:p>
            <a:endParaRPr lang="en-US" sz="1000"/>
          </a:p>
        </p:txBody>
      </p:sp>
    </p:spTree>
    <p:extLst>
      <p:ext uri="{BB962C8B-B14F-4D97-AF65-F5344CB8AC3E}">
        <p14:creationId xmlns:p14="http://schemas.microsoft.com/office/powerpoint/2010/main" val="3603164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196309"/>
          </a:xfrm>
        </p:spPr>
        <p:txBody>
          <a:bodyPr/>
          <a:lstStyle/>
          <a:p>
            <a:r>
              <a:rPr lang="en-US" sz="1000" b="0" i="0" kern="1200">
                <a:solidFill>
                  <a:schemeClr val="tx1"/>
                </a:solidFill>
                <a:effectLst/>
              </a:rPr>
              <a:t>When you launch an EC2 instance, you launch it into a network environment, typically into typically into a virtual private cloud (VPC) that is created with Amazon Virtual Private Cloud (Amazon VPC). Then you create a VPC, you define a virtual network in your own logically isolated area within the AWS Cloud. You can then launch AWS resources, such as instances, into the VPC. Your VPC closely resembles a traditional network that you might operate in your own data center. </a:t>
            </a:r>
          </a:p>
          <a:p>
            <a:endParaRPr lang="en-US" sz="1000" b="1" i="0" kern="1200">
              <a:solidFill>
                <a:schemeClr val="tx1"/>
              </a:solidFill>
              <a:effectLst/>
            </a:endParaRPr>
          </a:p>
          <a:p>
            <a:r>
              <a:rPr lang="en-US" sz="1000" b="0" i="0" kern="1200">
                <a:solidFill>
                  <a:schemeClr val="tx1"/>
                </a:solidFill>
                <a:effectLst/>
              </a:rPr>
              <a:t>Within the VPC, you define one or more subnets. </a:t>
            </a:r>
            <a:r>
              <a:rPr lang="en-US" sz="1000" b="0" i="1" kern="1200">
                <a:solidFill>
                  <a:schemeClr val="tx1"/>
                </a:solidFill>
                <a:effectLst/>
              </a:rPr>
              <a:t>Subnets</a:t>
            </a:r>
            <a:r>
              <a:rPr lang="en-US" sz="1000" b="0" i="0" kern="1200">
                <a:solidFill>
                  <a:schemeClr val="tx1"/>
                </a:solidFill>
                <a:effectLst/>
              </a:rPr>
              <a:t> are logical network</a:t>
            </a:r>
            <a:r>
              <a:rPr lang="en-US" sz="1000" b="0" i="0" kern="1200" baseline="0">
                <a:solidFill>
                  <a:schemeClr val="tx1"/>
                </a:solidFill>
                <a:effectLst/>
              </a:rPr>
              <a:t> segments within the VPC, and each subnet exists with a single Availability Zone.</a:t>
            </a:r>
          </a:p>
          <a:p>
            <a:endParaRPr lang="en-US" sz="1000" b="0" i="0" kern="1200" baseline="0">
              <a:solidFill>
                <a:schemeClr val="tx1"/>
              </a:solidFill>
              <a:effectLst/>
            </a:endParaRPr>
          </a:p>
          <a:p>
            <a:r>
              <a:rPr lang="en-US" sz="1000" b="0" i="0" kern="1200">
                <a:solidFill>
                  <a:schemeClr val="tx1"/>
                </a:solidFill>
                <a:effectLst/>
              </a:rPr>
              <a:t>Another part of the network configuration is an </a:t>
            </a:r>
            <a:r>
              <a:rPr lang="en-US" sz="1000" b="0" i="1" kern="1200">
                <a:solidFill>
                  <a:schemeClr val="tx1"/>
                </a:solidFill>
                <a:effectLst/>
              </a:rPr>
              <a:t>internet gateway</a:t>
            </a:r>
            <a:r>
              <a:rPr lang="en-US" sz="1000" b="0" i="0" kern="1200">
                <a:solidFill>
                  <a:schemeClr val="tx1"/>
                </a:solidFill>
                <a:effectLst/>
              </a:rPr>
              <a:t>.</a:t>
            </a:r>
            <a:r>
              <a:rPr lang="en-US" sz="1000" b="0" i="0" kern="1200" baseline="0">
                <a:solidFill>
                  <a:schemeClr val="tx1"/>
                </a:solidFill>
                <a:effectLst/>
              </a:rPr>
              <a:t> An internet gateway </a:t>
            </a:r>
            <a:r>
              <a:rPr lang="en-US" sz="1000" b="0" i="0" kern="1200">
                <a:solidFill>
                  <a:schemeClr val="tx1"/>
                </a:solidFill>
                <a:effectLst/>
              </a:rPr>
              <a:t>is a horizontally scaled, redundant, and highly available VPC component that allows communication between the instances that are in your VPC and the internet. </a:t>
            </a:r>
          </a:p>
          <a:p>
            <a:endParaRPr lang="en-US" sz="1000" b="0" i="0" kern="1200">
              <a:solidFill>
                <a:schemeClr val="tx1"/>
              </a:solidFill>
              <a:effectLst/>
            </a:endParaRPr>
          </a:p>
          <a:p>
            <a:r>
              <a:rPr lang="en-US" sz="1000" b="0" i="0" kern="1200">
                <a:solidFill>
                  <a:schemeClr val="tx1"/>
                </a:solidFill>
                <a:effectLst/>
              </a:rPr>
              <a:t>A </a:t>
            </a:r>
            <a:r>
              <a:rPr lang="en-US" sz="1000" b="0" i="1" kern="1200">
                <a:solidFill>
                  <a:schemeClr val="tx1"/>
                </a:solidFill>
                <a:effectLst/>
              </a:rPr>
              <a:t>virtual private gateway </a:t>
            </a:r>
            <a:r>
              <a:rPr lang="en-US" sz="1000" b="0" i="0" kern="1200">
                <a:solidFill>
                  <a:schemeClr val="tx1"/>
                </a:solidFill>
                <a:effectLst/>
              </a:rPr>
              <a:t>is an optional component that supports VPN connections. The virtual private gateway sits on the Amazon side of the VPN connection. You create a virtual private gateway and attach it to the VPC from which you want to create the VPN connection. The customer side of the VPN connection has a </a:t>
            </a:r>
            <a:r>
              <a:rPr lang="en-US" sz="1000" b="0" i="1" kern="1200">
                <a:solidFill>
                  <a:schemeClr val="tx1"/>
                </a:solidFill>
                <a:effectLst/>
              </a:rPr>
              <a:t>customer gateway</a:t>
            </a:r>
            <a:r>
              <a:rPr lang="en-US" sz="1000" b="0" i="0" kern="1200">
                <a:solidFill>
                  <a:schemeClr val="tx1"/>
                </a:solidFill>
                <a:effectLst/>
              </a:rPr>
              <a:t>,</a:t>
            </a:r>
            <a:r>
              <a:rPr lang="en-US" sz="1000" b="0" i="1" kern="1200">
                <a:solidFill>
                  <a:schemeClr val="tx1"/>
                </a:solidFill>
                <a:effectLst/>
              </a:rPr>
              <a:t> </a:t>
            </a:r>
            <a:r>
              <a:rPr lang="en-US" sz="1000" b="0" i="0" kern="1200">
                <a:solidFill>
                  <a:schemeClr val="tx1"/>
                </a:solidFill>
                <a:effectLst/>
              </a:rPr>
              <a:t>which is a physical device or software application.  Note that the diagram here shows just one possible VPN</a:t>
            </a:r>
            <a:r>
              <a:rPr lang="en-US" sz="1000" b="0" i="0" kern="1200" baseline="0">
                <a:solidFill>
                  <a:schemeClr val="tx1"/>
                </a:solidFill>
                <a:effectLst/>
              </a:rPr>
              <a:t> solution.</a:t>
            </a:r>
          </a:p>
          <a:p>
            <a:endParaRPr lang="en-US" sz="1000" b="1" i="0" kern="1200">
              <a:solidFill>
                <a:schemeClr val="tx1"/>
              </a:solidFill>
              <a:effectLst/>
            </a:endParaRPr>
          </a:p>
          <a:p>
            <a:r>
              <a:rPr lang="en-US" sz="1000" b="0" i="1" kern="1200">
                <a:solidFill>
                  <a:schemeClr val="tx1"/>
                </a:solidFill>
                <a:effectLst/>
              </a:rPr>
              <a:t>Security groups </a:t>
            </a:r>
            <a:r>
              <a:rPr lang="en-US" sz="1000" b="0" i="0" kern="1200">
                <a:solidFill>
                  <a:schemeClr val="tx1"/>
                </a:solidFill>
                <a:effectLst/>
              </a:rPr>
              <a:t>are also shown in this network diagram.</a:t>
            </a:r>
            <a:r>
              <a:rPr lang="en-US" sz="1000" b="1" i="0" kern="1200">
                <a:solidFill>
                  <a:schemeClr val="tx1"/>
                </a:solidFill>
                <a:effectLst/>
              </a:rPr>
              <a:t> </a:t>
            </a:r>
            <a:r>
              <a:rPr lang="en-US" sz="1000" b="0" i="0" kern="1200">
                <a:solidFill>
                  <a:schemeClr val="tx1"/>
                </a:solidFill>
                <a:effectLst/>
              </a:rPr>
              <a:t>Each security group defines a set of </a:t>
            </a:r>
            <a:r>
              <a:rPr lang="en-US" sz="1000" b="0" i="1" kern="1200">
                <a:solidFill>
                  <a:schemeClr val="tx1"/>
                </a:solidFill>
                <a:effectLst/>
              </a:rPr>
              <a:t>firewall</a:t>
            </a:r>
            <a:r>
              <a:rPr lang="en-US" sz="1000" b="0" i="0" kern="1200" baseline="0">
                <a:solidFill>
                  <a:schemeClr val="tx1"/>
                </a:solidFill>
                <a:effectLst/>
              </a:rPr>
              <a:t> </a:t>
            </a:r>
            <a:r>
              <a:rPr lang="en-US" sz="1000" b="0" i="0" kern="1200">
                <a:solidFill>
                  <a:schemeClr val="tx1"/>
                </a:solidFill>
                <a:effectLst/>
              </a:rPr>
              <a:t>rules for your instances, which allow or block inbound and outbound traffic. Security groups act at the instance level, not the subnet level. Therefore, each instance in a subnet in your VPC could be assigned to a different set of security groups. If you do not specify a security group at launch time, the instance will be automatically assigned to the default security group for the VPC.</a:t>
            </a:r>
          </a:p>
          <a:p>
            <a:endParaRPr lang="en-US" sz="1000"/>
          </a:p>
        </p:txBody>
      </p:sp>
    </p:spTree>
    <p:extLst>
      <p:ext uri="{BB962C8B-B14F-4D97-AF65-F5344CB8AC3E}">
        <p14:creationId xmlns:p14="http://schemas.microsoft.com/office/powerpoint/2010/main" val="37194731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a:ea typeface="ＭＳ Ｐゴシック" charset="0"/>
                <a:cs typeface="Arial" pitchFamily="34" charset="0"/>
              </a:rPr>
              <a:t>When you create a new Amazon EC2 instance in a VPC,</a:t>
            </a:r>
            <a:r>
              <a:rPr lang="en-US" sz="1000" baseline="0">
                <a:ea typeface="ＭＳ Ｐゴシック" charset="0"/>
                <a:cs typeface="Arial" pitchFamily="34" charset="0"/>
              </a:rPr>
              <a:t> </a:t>
            </a:r>
            <a:r>
              <a:rPr lang="en-US" sz="1000">
                <a:ea typeface="ＭＳ Ｐゴシック" charset="0"/>
                <a:cs typeface="Arial" pitchFamily="34" charset="0"/>
              </a:rPr>
              <a:t>including your default VPC, you must think about whether users outside</a:t>
            </a:r>
            <a:r>
              <a:rPr lang="en-US" sz="1000" baseline="0">
                <a:ea typeface="ＭＳ Ｐゴシック" charset="0"/>
                <a:cs typeface="Arial" pitchFamily="34" charset="0"/>
              </a:rPr>
              <a:t> of</a:t>
            </a:r>
            <a:r>
              <a:rPr lang="en-US" sz="1000">
                <a:ea typeface="ＭＳ Ｐゴシック" charset="0"/>
                <a:cs typeface="Arial" pitchFamily="34" charset="0"/>
              </a:rPr>
              <a:t> your private network should access the instance. </a:t>
            </a:r>
          </a:p>
          <a:p>
            <a:pPr defTabSz="440695">
              <a:defRPr/>
            </a:pPr>
            <a:endParaRPr lang="en-US" sz="1000">
              <a:ea typeface="ＭＳ Ｐゴシック" charset="0"/>
              <a:cs typeface="Arial" pitchFamily="34" charset="0"/>
            </a:endParaRPr>
          </a:p>
          <a:p>
            <a:pPr marL="171450" indent="-171450" defTabSz="440695">
              <a:buFont typeface="Arial" panose="020B0604020202020204" pitchFamily="34" charset="0"/>
              <a:buChar char="•"/>
              <a:defRPr/>
            </a:pPr>
            <a:r>
              <a:rPr lang="en-US" sz="1000">
                <a:ea typeface="ＭＳ Ｐゴシック" charset="0"/>
                <a:cs typeface="Arial" pitchFamily="34" charset="0"/>
              </a:rPr>
              <a:t>A </a:t>
            </a:r>
            <a:r>
              <a:rPr lang="en-US" sz="1000" b="0" i="1">
                <a:ea typeface="ＭＳ Ｐゴシック" charset="0"/>
                <a:cs typeface="Arial" pitchFamily="34" charset="0"/>
              </a:rPr>
              <a:t>private</a:t>
            </a:r>
            <a:r>
              <a:rPr lang="en-US" sz="1000" b="0" i="1" baseline="0">
                <a:ea typeface="ＭＳ Ｐゴシック" charset="0"/>
                <a:cs typeface="Arial" pitchFamily="34" charset="0"/>
              </a:rPr>
              <a:t> IP address </a:t>
            </a:r>
            <a:r>
              <a:rPr lang="en-US" sz="1000">
                <a:ea typeface="ＭＳ Ｐゴシック" charset="0"/>
                <a:cs typeface="Arial" pitchFamily="34" charset="0"/>
              </a:rPr>
              <a:t>is always assigned </a:t>
            </a:r>
            <a:r>
              <a:rPr lang="en-US" sz="1000" baseline="0">
                <a:ea typeface="ＭＳ Ｐゴシック" charset="0"/>
                <a:cs typeface="Arial" pitchFamily="34" charset="0"/>
              </a:rPr>
              <a:t>to </a:t>
            </a:r>
            <a:r>
              <a:rPr lang="en-US" sz="1000">
                <a:ea typeface="ＭＳ Ｐゴシック" charset="0"/>
                <a:cs typeface="Arial" pitchFamily="34" charset="0"/>
              </a:rPr>
              <a:t>each </a:t>
            </a:r>
            <a:r>
              <a:rPr lang="en-US" sz="1000" baseline="0">
                <a:ea typeface="ＭＳ Ｐゴシック" charset="0"/>
                <a:cs typeface="Arial" pitchFamily="34" charset="0"/>
              </a:rPr>
              <a:t>instance </a:t>
            </a:r>
            <a:r>
              <a:rPr lang="en-US" sz="1000">
                <a:ea typeface="ＭＳ Ｐゴシック" charset="0"/>
                <a:cs typeface="Arial" pitchFamily="34" charset="0"/>
              </a:rPr>
              <a:t>when </a:t>
            </a:r>
            <a:r>
              <a:rPr lang="en-US" sz="1000" baseline="0">
                <a:ea typeface="ＭＳ Ｐゴシック" charset="0"/>
                <a:cs typeface="Arial" pitchFamily="34" charset="0"/>
              </a:rPr>
              <a:t>it is </a:t>
            </a:r>
            <a:r>
              <a:rPr lang="en-US" sz="1000">
                <a:ea typeface="ＭＳ Ｐゴシック" charset="0"/>
                <a:cs typeface="Arial" pitchFamily="34" charset="0"/>
              </a:rPr>
              <a:t>launched, </a:t>
            </a:r>
            <a:r>
              <a:rPr lang="en-US" sz="1000" baseline="0">
                <a:ea typeface="ＭＳ Ｐゴシック" charset="0"/>
                <a:cs typeface="Arial" pitchFamily="34" charset="0"/>
              </a:rPr>
              <a:t>and </a:t>
            </a:r>
            <a:r>
              <a:rPr lang="en-US" sz="1000">
                <a:ea typeface="ＭＳ Ｐゴシック" charset="0"/>
                <a:cs typeface="Arial" pitchFamily="34" charset="0"/>
              </a:rPr>
              <a:t>it</a:t>
            </a:r>
            <a:r>
              <a:rPr lang="en-US" sz="1000" baseline="0">
                <a:ea typeface="ＭＳ Ｐゴシック" charset="0"/>
                <a:cs typeface="Arial" pitchFamily="34" charset="0"/>
              </a:rPr>
              <a:t> i</a:t>
            </a:r>
            <a:r>
              <a:rPr lang="en-US" sz="1000">
                <a:ea typeface="ＭＳ Ｐゴシック" charset="0"/>
                <a:cs typeface="Arial" pitchFamily="34" charset="0"/>
              </a:rPr>
              <a:t>s allocated to the instance from the pool of private IP addresses that are available in the subnet</a:t>
            </a:r>
            <a:r>
              <a:rPr lang="en-US" sz="1000" baseline="0">
                <a:ea typeface="ＭＳ Ｐゴシック" charset="0"/>
                <a:cs typeface="Arial" pitchFamily="34" charset="0"/>
              </a:rPr>
              <a:t>. </a:t>
            </a:r>
            <a:r>
              <a:rPr lang="en-US" sz="1000">
                <a:ea typeface="ＭＳ Ｐゴシック" charset="0"/>
                <a:cs typeface="Arial" pitchFamily="34" charset="0"/>
              </a:rPr>
              <a:t>The private IP addresses allow communication between EC2 instances in the VPC.</a:t>
            </a:r>
          </a:p>
          <a:p>
            <a:pPr marL="171450" indent="-171450" defTabSz="440695">
              <a:buFont typeface="Arial" panose="020B0604020202020204" pitchFamily="34" charset="0"/>
              <a:buChar char="•"/>
              <a:defRPr/>
            </a:pPr>
            <a:endParaRPr lang="en-US" sz="1000">
              <a:ea typeface="ＭＳ Ｐゴシック" charset="0"/>
              <a:cs typeface="Arial" pitchFamily="34" charset="0"/>
            </a:endParaRPr>
          </a:p>
          <a:p>
            <a:pPr marL="171450" indent="-171450" defTabSz="440695">
              <a:buFont typeface="Arial" panose="020B0604020202020204" pitchFamily="34" charset="0"/>
              <a:buChar char="•"/>
              <a:defRPr/>
            </a:pPr>
            <a:r>
              <a:rPr lang="en-US" sz="1000">
                <a:ea typeface="ＭＳ Ｐゴシック" charset="0"/>
                <a:cs typeface="Arial" pitchFamily="34" charset="0"/>
              </a:rPr>
              <a:t>A </a:t>
            </a:r>
            <a:r>
              <a:rPr lang="en-US" sz="1000" b="0" i="1">
                <a:ea typeface="ＭＳ Ｐゴシック" charset="0"/>
                <a:cs typeface="Arial" pitchFamily="34" charset="0"/>
              </a:rPr>
              <a:t>public IP address </a:t>
            </a:r>
            <a:r>
              <a:rPr lang="en-US" sz="1000">
                <a:ea typeface="ＭＳ Ｐゴシック" charset="0"/>
                <a:cs typeface="Arial" pitchFamily="34" charset="0"/>
              </a:rPr>
              <a:t>can be optionally assigned to an EC2 instance. It </a:t>
            </a:r>
            <a:r>
              <a:rPr lang="en-US" sz="1000" baseline="0">
                <a:ea typeface="ＭＳ Ｐゴシック" charset="0"/>
                <a:cs typeface="Arial" pitchFamily="34" charset="0"/>
              </a:rPr>
              <a:t>is generated</a:t>
            </a:r>
            <a:r>
              <a:rPr lang="en-US" sz="1000">
                <a:ea typeface="ＭＳ Ｐゴシック" charset="0"/>
                <a:cs typeface="Arial" pitchFamily="34" charset="0"/>
              </a:rPr>
              <a:t> dynamically from a pool of available AWS public IP addresses. The public IP address can be used by clients to connect to the instance from the internet. If you stop an instance and then start it again, it will receive a new public IP address. However, if you simply reboot an instance, it will retain the same public IP address.</a:t>
            </a:r>
          </a:p>
          <a:p>
            <a:pPr marL="171450" indent="-171450" defTabSz="440695">
              <a:buFont typeface="Arial" panose="020B0604020202020204" pitchFamily="34" charset="0"/>
              <a:buChar char="•"/>
              <a:defRPr/>
            </a:pPr>
            <a:endParaRPr lang="en-US" sz="1000">
              <a:ea typeface="ＭＳ Ｐゴシック" charset="0"/>
              <a:cs typeface="Arial" pitchFamily="34" charset="0"/>
            </a:endParaRPr>
          </a:p>
          <a:p>
            <a:pPr marL="171450" indent="-171450" defTabSz="440695">
              <a:buFont typeface="Arial" panose="020B0604020202020204" pitchFamily="34" charset="0"/>
              <a:buChar char="•"/>
              <a:defRPr/>
            </a:pPr>
            <a:r>
              <a:rPr lang="en-US" sz="1000">
                <a:ea typeface="ＭＳ Ｐゴシック" charset="0"/>
                <a:cs typeface="Arial" pitchFamily="34" charset="0"/>
              </a:rPr>
              <a:t>An </a:t>
            </a:r>
            <a:r>
              <a:rPr lang="en-US" sz="1000" b="0" i="1">
                <a:ea typeface="ＭＳ Ｐゴシック" charset="0"/>
                <a:cs typeface="Arial" pitchFamily="34" charset="0"/>
              </a:rPr>
              <a:t>Elastic IP address </a:t>
            </a:r>
            <a:r>
              <a:rPr lang="en-US" sz="1000" baseline="0">
                <a:ea typeface="ＭＳ Ｐゴシック" charset="0"/>
                <a:cs typeface="Arial" pitchFamily="34" charset="0"/>
              </a:rPr>
              <a:t>is </a:t>
            </a:r>
            <a:r>
              <a:rPr lang="en-US" sz="1000">
                <a:ea typeface="ＭＳ Ｐゴシック" charset="0"/>
                <a:cs typeface="Arial" pitchFamily="34" charset="0"/>
              </a:rPr>
              <a:t>a publicly accessible IP address that is allocated from an AWS pool of public IP addresses. An Elastic IP address can optionally be provisioned and then </a:t>
            </a:r>
            <a:r>
              <a:rPr lang="en-US" sz="1000" baseline="0">
                <a:ea typeface="ＭＳ Ｐゴシック" charset="0"/>
                <a:cs typeface="Arial" pitchFamily="34" charset="0"/>
              </a:rPr>
              <a:t>assigned </a:t>
            </a:r>
            <a:r>
              <a:rPr lang="en-US" sz="1000">
                <a:ea typeface="ＭＳ Ｐゴシック" charset="0"/>
                <a:cs typeface="Arial" pitchFamily="34" charset="0"/>
              </a:rPr>
              <a:t>to an EC2 instance. Elastic IP</a:t>
            </a:r>
            <a:r>
              <a:rPr lang="en-US" sz="1000" baseline="0">
                <a:ea typeface="ＭＳ Ｐゴシック" charset="0"/>
                <a:cs typeface="Arial" pitchFamily="34" charset="0"/>
              </a:rPr>
              <a:t> addresse</a:t>
            </a:r>
            <a:r>
              <a:rPr lang="en-US" sz="1000">
                <a:ea typeface="ＭＳ Ｐゴシック" charset="0"/>
                <a:cs typeface="Arial" pitchFamily="34" charset="0"/>
              </a:rPr>
              <a:t>s are similar to public IP addresses, except that an Elastic IP address is static. You can reassign an Elastic IP address to another instance at any time</a:t>
            </a:r>
            <a:r>
              <a:rPr lang="en-US" sz="1000" baseline="0">
                <a:ea typeface="ＭＳ Ｐゴシック" charset="0"/>
                <a:cs typeface="Arial" pitchFamily="34" charset="0"/>
              </a:rPr>
              <a:t>.</a:t>
            </a:r>
            <a:r>
              <a:rPr lang="en-US" sz="1000">
                <a:ea typeface="ＭＳ Ｐゴシック" charset="0"/>
                <a:cs typeface="Arial" pitchFamily="34" charset="0"/>
              </a:rPr>
              <a:t> </a:t>
            </a:r>
          </a:p>
          <a:p>
            <a:pPr marL="171450" indent="-171450" defTabSz="440695">
              <a:buFont typeface="Arial" panose="020B0604020202020204" pitchFamily="34" charset="0"/>
              <a:buChar char="•"/>
              <a:defRPr/>
            </a:pPr>
            <a:endParaRPr lang="en-US" sz="1000">
              <a:ea typeface="ＭＳ Ｐゴシック" charset="0"/>
              <a:cs typeface="Arial" pitchFamily="34" charset="0"/>
            </a:endParaRPr>
          </a:p>
          <a:p>
            <a:pPr marL="0" indent="0" defTabSz="440695">
              <a:buFont typeface="Arial" panose="020B0604020202020204" pitchFamily="34" charset="0"/>
              <a:buNone/>
              <a:defRPr/>
            </a:pPr>
            <a:r>
              <a:rPr lang="en-US" sz="1000">
                <a:ea typeface="ＭＳ Ｐゴシック" charset="0"/>
                <a:cs typeface="Arial" pitchFamily="34" charset="0"/>
              </a:rPr>
              <a:t>A </a:t>
            </a:r>
            <a:r>
              <a:rPr lang="en-US" sz="1000" kern="1200">
                <a:solidFill>
                  <a:schemeClr val="tx1"/>
                </a:solidFill>
                <a:effectLst/>
              </a:rPr>
              <a:t>connection between two or more virtual private clouds (VPCs)</a:t>
            </a:r>
            <a:r>
              <a:rPr lang="en-US" sz="1000" kern="1200" baseline="0">
                <a:solidFill>
                  <a:schemeClr val="tx1"/>
                </a:solidFill>
                <a:effectLst/>
              </a:rPr>
              <a:t> is known as a peering connection.</a:t>
            </a:r>
            <a:endParaRPr lang="en-US" sz="1000">
              <a:ea typeface="ＭＳ Ｐゴシック" charset="0"/>
              <a:cs typeface="Arial" pitchFamily="34" charset="0"/>
            </a:endParaRPr>
          </a:p>
        </p:txBody>
      </p:sp>
    </p:spTree>
    <p:extLst>
      <p:ext uri="{BB962C8B-B14F-4D97-AF65-F5344CB8AC3E}">
        <p14:creationId xmlns:p14="http://schemas.microsoft.com/office/powerpoint/2010/main" val="387260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baseline="0">
                <a:latin typeface="+mn-lt"/>
                <a:cs typeface="Arial" pitchFamily="34" charset="0"/>
              </a:rPr>
              <a:t>Every instance must have at least one security group associated with it. </a:t>
            </a:r>
            <a:r>
              <a:rPr lang="en-US" sz="1000" b="0" i="1" baseline="0">
                <a:latin typeface="+mn-lt"/>
                <a:cs typeface="Arial" pitchFamily="34" charset="0"/>
              </a:rPr>
              <a:t>Security groups </a:t>
            </a:r>
            <a:r>
              <a:rPr lang="en-US" sz="1000" b="0" baseline="0">
                <a:latin typeface="+mn-lt"/>
                <a:cs typeface="Arial" pitchFamily="34" charset="0"/>
              </a:rPr>
              <a:t>are essentially stateful firewalls that surround one or more EC2 instances, allowing you to control the ICMP, TCP, and UDP-base network traffic that are allowed to pass to the instance. It’s important to understand that security groups are applied to specific instances rather than at the entry point to your network. </a:t>
            </a:r>
          </a:p>
          <a:p>
            <a:endParaRPr lang="en-US" sz="1000" b="0" baseline="0">
              <a:latin typeface="+mn-lt"/>
              <a:cs typeface="Arial" pitchFamily="34" charset="0"/>
            </a:endParaRPr>
          </a:p>
          <a:p>
            <a:r>
              <a:rPr lang="en-US" sz="1000" b="0" baseline="0">
                <a:latin typeface="+mn-lt"/>
                <a:cs typeface="Arial" pitchFamily="34" charset="0"/>
              </a:rPr>
              <a:t>In addition to restricting which ports traffic can flow over, you can also restrict what IP addresses that traffic is allowed to originate from. If you set the source </a:t>
            </a:r>
            <a:r>
              <a:rPr lang="en-US" sz="1000" b="0" i="1" baseline="0">
                <a:latin typeface="+mn-lt"/>
                <a:cs typeface="Arial" pitchFamily="34" charset="0"/>
              </a:rPr>
              <a:t>IP address range </a:t>
            </a:r>
            <a:r>
              <a:rPr lang="en-US" sz="1000" b="0" baseline="0">
                <a:latin typeface="+mn-lt"/>
                <a:cs typeface="Arial" pitchFamily="34" charset="0"/>
              </a:rPr>
              <a:t>as 0.0.0.0/0, ::0,  then traffic on that port will be allowed from any source. However, you can also specify a specific IP address, a </a:t>
            </a:r>
            <a:r>
              <a:rPr lang="en-US" sz="1000" b="0" i="1">
                <a:latin typeface="+mn-lt"/>
                <a:ea typeface="ＭＳ Ｐゴシック" charset="0"/>
                <a:cs typeface="Arial" pitchFamily="34" charset="0"/>
              </a:rPr>
              <a:t>Classless Inter-Domain Routing (</a:t>
            </a:r>
            <a:r>
              <a:rPr lang="en-US" sz="1000" b="0" i="1" baseline="0">
                <a:latin typeface="+mn-lt"/>
                <a:cs typeface="Arial" pitchFamily="34" charset="0"/>
              </a:rPr>
              <a:t>CIDR)</a:t>
            </a:r>
            <a:r>
              <a:rPr lang="en-US" sz="1000" b="1" baseline="0">
                <a:latin typeface="+mn-lt"/>
                <a:cs typeface="Arial" pitchFamily="34" charset="0"/>
              </a:rPr>
              <a:t> </a:t>
            </a:r>
            <a:r>
              <a:rPr lang="en-US" sz="1000" b="0" baseline="0">
                <a:latin typeface="+mn-lt"/>
                <a:cs typeface="Arial" pitchFamily="34" charset="0"/>
              </a:rPr>
              <a:t>range, or allow only sources with the AWS Cloud that have a specific security group assigned to them.</a:t>
            </a:r>
          </a:p>
          <a:p>
            <a:r>
              <a:rPr lang="en-US" sz="1000" b="0" baseline="0">
                <a:latin typeface="+mn-lt"/>
                <a:cs typeface="Arial" pitchFamily="34" charset="0"/>
              </a:rPr>
              <a:t> </a:t>
            </a:r>
          </a:p>
          <a:p>
            <a:r>
              <a:rPr lang="en-US" sz="1000" b="0" baseline="0">
                <a:latin typeface="+mn-lt"/>
                <a:cs typeface="Arial" pitchFamily="34" charset="0"/>
              </a:rPr>
              <a:t>You can assign multiple security groups to a single instance. For example, you could create an ”admin security group” allowing traffic on TCP port 22, and a “database server security group” allowing traffic on TDP port 3306, and then assign both of those security groups to one instance. You can apply a single security group to multiple instances. Finally, you can apply multiple security groups to a single instance. In this way, security groups are very flexible.</a:t>
            </a:r>
          </a:p>
          <a:p>
            <a:endParaRPr lang="en-US" sz="1000" b="0" baseline="0">
              <a:latin typeface="+mn-lt"/>
              <a:cs typeface="Arial" pitchFamily="34" charset="0"/>
            </a:endParaRPr>
          </a:p>
          <a:p>
            <a:r>
              <a:rPr lang="en-US" sz="1000" b="0" baseline="0">
                <a:latin typeface="+mn-lt"/>
                <a:cs typeface="Arial" pitchFamily="34" charset="0"/>
              </a:rPr>
              <a:t>Security groups are either defined to work in </a:t>
            </a:r>
            <a:r>
              <a:rPr lang="en-US" sz="1000" b="0" i="1" baseline="0">
                <a:latin typeface="+mn-lt"/>
                <a:cs typeface="Arial" pitchFamily="34" charset="0"/>
              </a:rPr>
              <a:t>Amazon</a:t>
            </a:r>
            <a:r>
              <a:rPr lang="en-US" sz="1000" b="1" baseline="0">
                <a:latin typeface="+mn-lt"/>
                <a:cs typeface="Arial" pitchFamily="34" charset="0"/>
              </a:rPr>
              <a:t> </a:t>
            </a:r>
            <a:r>
              <a:rPr lang="en-US" sz="1000" b="0" i="1" baseline="0">
                <a:latin typeface="+mn-lt"/>
                <a:cs typeface="Arial" pitchFamily="34" charset="0"/>
              </a:rPr>
              <a:t>VPC</a:t>
            </a:r>
            <a:r>
              <a:rPr lang="en-US" sz="1000" b="1" baseline="0">
                <a:latin typeface="+mn-lt"/>
                <a:cs typeface="Arial" pitchFamily="34" charset="0"/>
              </a:rPr>
              <a:t> </a:t>
            </a:r>
            <a:r>
              <a:rPr lang="en-US" sz="1000" b="0" baseline="0">
                <a:latin typeface="+mn-lt"/>
                <a:cs typeface="Arial" pitchFamily="34" charset="0"/>
              </a:rPr>
              <a:t>or in </a:t>
            </a:r>
            <a:r>
              <a:rPr lang="en-US" sz="1000" b="0" i="1" baseline="0">
                <a:latin typeface="+mn-lt"/>
                <a:cs typeface="Arial" pitchFamily="34" charset="0"/>
              </a:rPr>
              <a:t>EC2-Classic.</a:t>
            </a:r>
            <a:r>
              <a:rPr lang="en-US" sz="1000" b="0" baseline="0">
                <a:latin typeface="+mn-lt"/>
                <a:cs typeface="Arial" pitchFamily="34" charset="0"/>
              </a:rPr>
              <a:t> For example, you cannot use an EC2-Classic security group with an instance that is running in a VPC. Also, EC2-Classic security groups can have rules that apply to inbound traffic only. VPC security groups can have rules that apply to both inbound and outbound traffic. By default, when you create a new security group in a VPC though, all outbound traffic is open. Also, if the instance is running in a VPC, you can add or modify security group associations while the instance is running. </a:t>
            </a:r>
          </a:p>
          <a:p>
            <a:endParaRPr lang="en-US" sz="1000" b="0" baseline="0">
              <a:latin typeface="+mn-lt"/>
              <a:cs typeface="Arial" pitchFamily="34" charset="0"/>
            </a:endParaRPr>
          </a:p>
        </p:txBody>
      </p:sp>
    </p:spTree>
    <p:extLst>
      <p:ext uri="{BB962C8B-B14F-4D97-AF65-F5344CB8AC3E}">
        <p14:creationId xmlns:p14="http://schemas.microsoft.com/office/powerpoint/2010/main" val="2785346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881516"/>
          </a:xfrm>
        </p:spPr>
        <p:txBody>
          <a:bodyPr/>
          <a:lstStyle/>
          <a:p>
            <a:pPr defTabSz="440695">
              <a:defRPr/>
            </a:pPr>
            <a:r>
              <a:rPr lang="en-US" sz="1000">
                <a:ea typeface="ＭＳ Ｐゴシック" charset="0"/>
                <a:cs typeface="Arial" pitchFamily="34" charset="0"/>
              </a:rPr>
              <a:t>Take a look at three</a:t>
            </a:r>
            <a:r>
              <a:rPr lang="en-US" sz="1000" baseline="0">
                <a:ea typeface="ＭＳ Ｐゴシック" charset="0"/>
                <a:cs typeface="Arial" pitchFamily="34" charset="0"/>
              </a:rPr>
              <a:t> </a:t>
            </a:r>
            <a:r>
              <a:rPr lang="en-US" sz="1000">
                <a:ea typeface="ＭＳ Ｐゴシック" charset="0"/>
                <a:cs typeface="Arial" pitchFamily="34" charset="0"/>
              </a:rPr>
              <a:t>examples of security groups in action. </a:t>
            </a:r>
          </a:p>
          <a:p>
            <a:pPr defTabSz="440695">
              <a:defRPr/>
            </a:pPr>
            <a:endParaRPr lang="en-US" sz="1000">
              <a:ea typeface="ＭＳ Ｐゴシック" charset="0"/>
              <a:cs typeface="Arial" pitchFamily="34" charset="0"/>
            </a:endParaRPr>
          </a:p>
          <a:p>
            <a:pPr marL="228600" indent="-228600" defTabSz="440695">
              <a:buFont typeface="+mj-lt"/>
              <a:buAutoNum type="arabicPeriod"/>
              <a:defRPr/>
            </a:pPr>
            <a:r>
              <a:rPr lang="en-US" sz="1000">
                <a:ea typeface="ＭＳ Ｐゴシック" charset="0"/>
                <a:cs typeface="Arial" pitchFamily="34" charset="0"/>
              </a:rPr>
              <a:t>In the first example, a source description of 0.0.0.0/0 specifies that any computer from anywhere on the internet can access a web server on an instance that is listening for requests on port 80, the standard HTTP port. </a:t>
            </a:r>
          </a:p>
          <a:p>
            <a:pPr marL="228600" indent="-228600" defTabSz="440695">
              <a:buFont typeface="+mj-lt"/>
              <a:buAutoNum type="arabicPeriod"/>
              <a:defRPr/>
            </a:pPr>
            <a:endParaRPr lang="en-US" sz="1000">
              <a:ea typeface="ＭＳ Ｐゴシック" charset="0"/>
              <a:cs typeface="Arial" pitchFamily="34" charset="0"/>
            </a:endParaRPr>
          </a:p>
          <a:p>
            <a:pPr marL="228600" indent="-228600" defTabSz="440695">
              <a:buFont typeface="+mj-lt"/>
              <a:buAutoNum type="arabicPeriod"/>
              <a:defRPr/>
            </a:pPr>
            <a:r>
              <a:rPr lang="en-US" sz="1000">
                <a:ea typeface="ＭＳ Ｐゴシック" charset="0"/>
                <a:cs typeface="Arial" pitchFamily="34" charset="0"/>
              </a:rPr>
              <a:t>In the second example, the rule specifies that only traffic from a specific source CIDR range (10.50.2.133/32) of IP addresses is allowed to connect to port 22. Specifying a CIDR range in this way is a good idea if, for example, you want to only allow connections to an instance or a set of instance to originate from a specific network location (such as your office, or another subnet in your VPC).</a:t>
            </a:r>
          </a:p>
          <a:p>
            <a:pPr marL="228600" indent="-228600" defTabSz="440695">
              <a:buFont typeface="+mj-lt"/>
              <a:buAutoNum type="arabicPeriod"/>
              <a:defRPr/>
            </a:pPr>
            <a:endParaRPr lang="en-US" sz="1000">
              <a:ea typeface="ＭＳ Ｐゴシック" charset="0"/>
              <a:cs typeface="Arial" pitchFamily="34" charset="0"/>
            </a:endParaRPr>
          </a:p>
          <a:p>
            <a:pPr marL="228600" indent="-228600" defTabSz="440695">
              <a:buFont typeface="+mj-lt"/>
              <a:buAutoNum type="arabicPeriod"/>
              <a:defRPr/>
            </a:pPr>
            <a:r>
              <a:rPr lang="en-US" sz="1000">
                <a:ea typeface="ＭＳ Ｐゴシック" charset="0"/>
                <a:cs typeface="Arial" pitchFamily="34" charset="0"/>
              </a:rPr>
              <a:t>In the third example, only instances that are members of the sg-4ad3712f security group are allowed to communicate via SSH to instances that belong to the sg-d1ce6fb4 security group. Such a rule can be very useful when you need instances to communicate with one another, but only want to grant this permission to instances that serve a particular function in your network. For example, you may have an instance, often referred to as a bastion host, that is the only instance that can be directly connected to from the outside network, but that bastion host is allowed to connect to other instances that are otherwise unreachable from outside the VPC.</a:t>
            </a:r>
          </a:p>
        </p:txBody>
      </p:sp>
    </p:spTree>
    <p:extLst>
      <p:ext uri="{BB962C8B-B14F-4D97-AF65-F5344CB8AC3E}">
        <p14:creationId xmlns:p14="http://schemas.microsoft.com/office/powerpoint/2010/main" val="3112838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a:solidFill>
                  <a:schemeClr val="tx1"/>
                </a:solidFill>
                <a:effectLst/>
              </a:rPr>
              <a:t>When you want to grant specific access rights for AWS account services to </a:t>
            </a:r>
            <a:r>
              <a:rPr lang="en-US" sz="1000" b="0" i="1" kern="1200">
                <a:solidFill>
                  <a:schemeClr val="tx1"/>
                </a:solidFill>
                <a:effectLst/>
              </a:rPr>
              <a:t>applications</a:t>
            </a:r>
            <a:r>
              <a:rPr lang="en-US" sz="1000" b="1" i="0" kern="1200">
                <a:solidFill>
                  <a:schemeClr val="tx1"/>
                </a:solidFill>
                <a:effectLst/>
              </a:rPr>
              <a:t> </a:t>
            </a:r>
            <a:r>
              <a:rPr lang="en-US" sz="1000" b="0" i="0" kern="1200">
                <a:solidFill>
                  <a:schemeClr val="tx1"/>
                </a:solidFill>
                <a:effectLst/>
              </a:rPr>
              <a:t>that</a:t>
            </a:r>
            <a:r>
              <a:rPr lang="en-US" sz="1000" b="0" i="0" kern="1200" baseline="0">
                <a:solidFill>
                  <a:schemeClr val="tx1"/>
                </a:solidFill>
                <a:effectLst/>
              </a:rPr>
              <a:t> </a:t>
            </a:r>
            <a:r>
              <a:rPr lang="en-US" sz="1000" b="0" i="0" kern="1200">
                <a:solidFill>
                  <a:schemeClr val="tx1"/>
                </a:solidFill>
                <a:effectLst/>
              </a:rPr>
              <a:t>run on an EC2 instance</a:t>
            </a:r>
            <a:r>
              <a:rPr lang="en-US" sz="1000" b="0" i="0" kern="1200" baseline="0">
                <a:solidFill>
                  <a:schemeClr val="tx1"/>
                </a:solidFill>
                <a:effectLst/>
              </a:rPr>
              <a:t> </a:t>
            </a:r>
            <a:r>
              <a:rPr lang="en-US" sz="1000" b="0" i="0" kern="1200">
                <a:solidFill>
                  <a:schemeClr val="tx1"/>
                </a:solidFill>
                <a:effectLst/>
              </a:rPr>
              <a:t>or </a:t>
            </a:r>
            <a:r>
              <a:rPr lang="en-US" sz="1000" b="0" i="1" kern="1200">
                <a:solidFill>
                  <a:schemeClr val="tx1"/>
                </a:solidFill>
                <a:effectLst/>
              </a:rPr>
              <a:t>users</a:t>
            </a:r>
            <a:r>
              <a:rPr lang="en-US" sz="1000" b="1" i="0" kern="1200">
                <a:solidFill>
                  <a:schemeClr val="tx1"/>
                </a:solidFill>
                <a:effectLst/>
              </a:rPr>
              <a:t> </a:t>
            </a:r>
            <a:r>
              <a:rPr lang="en-US" sz="1000" b="0" i="0" kern="1200">
                <a:solidFill>
                  <a:schemeClr val="tx1"/>
                </a:solidFill>
                <a:effectLst/>
              </a:rPr>
              <a:t>who</a:t>
            </a:r>
            <a:r>
              <a:rPr lang="en-US" sz="1000" b="0" i="0" kern="1200" baseline="0">
                <a:solidFill>
                  <a:schemeClr val="tx1"/>
                </a:solidFill>
                <a:effectLst/>
              </a:rPr>
              <a:t> are </a:t>
            </a:r>
            <a:r>
              <a:rPr lang="en-US" sz="1000" b="0" i="0" kern="1200">
                <a:solidFill>
                  <a:schemeClr val="tx1"/>
                </a:solidFill>
                <a:effectLst/>
              </a:rPr>
              <a:t>connected to an EC2 instance, you can</a:t>
            </a:r>
            <a:r>
              <a:rPr lang="en-US" sz="1000" b="0" i="0" kern="1200" baseline="0">
                <a:solidFill>
                  <a:schemeClr val="tx1"/>
                </a:solidFill>
                <a:effectLst/>
              </a:rPr>
              <a:t> </a:t>
            </a:r>
            <a:r>
              <a:rPr lang="en-US" sz="1000" b="0" i="0" kern="1200">
                <a:solidFill>
                  <a:schemeClr val="tx1"/>
                </a:solidFill>
                <a:effectLst/>
              </a:rPr>
              <a:t>assign an instance profile to the instance. An </a:t>
            </a:r>
            <a:r>
              <a:rPr lang="en-US" sz="1000" b="0" i="1" kern="1200">
                <a:solidFill>
                  <a:schemeClr val="tx1"/>
                </a:solidFill>
                <a:effectLst/>
              </a:rPr>
              <a:t>instance profile </a:t>
            </a:r>
            <a:r>
              <a:rPr lang="en-US" sz="1000" b="0" i="0" kern="1200">
                <a:solidFill>
                  <a:schemeClr val="tx1"/>
                </a:solidFill>
                <a:effectLst/>
              </a:rPr>
              <a:t>is a container for an IAM role. An IAM role can have one or more IAM policies assigned to it, and these policies grant temporary access to account resources.</a:t>
            </a:r>
          </a:p>
          <a:p>
            <a:endParaRPr lang="en-US" sz="1000" b="0" i="0" kern="1200" baseline="0">
              <a:solidFill>
                <a:schemeClr val="tx1"/>
              </a:solidFill>
              <a:effectLst/>
            </a:endParaRPr>
          </a:p>
          <a:p>
            <a:r>
              <a:rPr lang="en-US" sz="1000" b="0" i="0" kern="1200" baseline="0">
                <a:solidFill>
                  <a:schemeClr val="tx1"/>
                </a:solidFill>
                <a:effectLst/>
              </a:rPr>
              <a:t>You can use instance profiles to grant access to specific account resources as needed. Because this functionality exists, you can a</a:t>
            </a:r>
            <a:r>
              <a:rPr lang="en-US" sz="1000"/>
              <a:t>void storing access key and secret access</a:t>
            </a:r>
            <a:r>
              <a:rPr lang="en-US" sz="1000" baseline="0"/>
              <a:t> k</a:t>
            </a:r>
            <a:r>
              <a:rPr lang="en-US" sz="1000"/>
              <a:t>ey credentials on EC2 instances. Storing permanent access keys on EC2 instances is not a security best practice and it should be avoided</a:t>
            </a:r>
            <a:r>
              <a:rPr lang="en-US" sz="1000" baseline="0"/>
              <a:t> because credentials could be compromised.  </a:t>
            </a:r>
          </a:p>
          <a:p>
            <a:endParaRPr lang="en-US" sz="1000" baseline="0"/>
          </a:p>
          <a:p>
            <a:r>
              <a:rPr lang="en-US" sz="1000" baseline="0"/>
              <a:t>One example of where AWS account users can use an instance profile is when they want to grant EC2 instances permission to access the Amazon S3 buckets where application data is stored. To do this, define an IAM role that permits the EC2 service to use the role. The role should have an IAM policy attached to it that grants the required level of access to Amazon S3. Then, assign this IAM role to your instance either when the instance launches or afterwards. The instance profile container that contains the IAM role will be created, and then associated with the instance.</a:t>
            </a:r>
          </a:p>
          <a:p>
            <a:endParaRPr lang="en-US" sz="1000" b="0" i="0" kern="1200">
              <a:solidFill>
                <a:schemeClr val="tx1"/>
              </a:solidFill>
              <a:effectLst/>
            </a:endParaRPr>
          </a:p>
          <a:p>
            <a:endParaRPr lang="en-US" sz="1000" b="0" i="0" kern="1200">
              <a:solidFill>
                <a:schemeClr val="tx1"/>
              </a:solidFill>
              <a:effectLst/>
            </a:endParaRPr>
          </a:p>
          <a:p>
            <a:endParaRPr lang="en-US" sz="1000" baseline="0"/>
          </a:p>
        </p:txBody>
      </p:sp>
    </p:spTree>
    <p:extLst>
      <p:ext uri="{BB962C8B-B14F-4D97-AF65-F5344CB8AC3E}">
        <p14:creationId xmlns:p14="http://schemas.microsoft.com/office/powerpoint/2010/main" val="2960936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1"/>
            <a:ext cx="5608319" cy="4445987"/>
          </a:xfrm>
        </p:spPr>
        <p:txBody>
          <a:bodyPr/>
          <a:lstStyle/>
          <a:p>
            <a:r>
              <a:rPr lang="en-US" sz="1000"/>
              <a:t>This slide illustrates what happens at run time with the example configuration that was just discussed. The application that runs on the EC2 instance requests to download a file that</a:t>
            </a:r>
            <a:r>
              <a:rPr lang="en-US" sz="1000" baseline="0"/>
              <a:t> is </a:t>
            </a:r>
            <a:r>
              <a:rPr lang="en-US" sz="1000"/>
              <a:t>stored in an S3 bucket. The instance profile that is assigned to this instance contains an IAM role, which has an IAM policy that grants access to Amazon S3.</a:t>
            </a:r>
            <a:r>
              <a:rPr lang="en-US" sz="1000" baseline="0"/>
              <a:t> T</a:t>
            </a:r>
            <a:r>
              <a:rPr lang="en-US" sz="1000"/>
              <a:t>he IAM policy rules are evaluated.</a:t>
            </a:r>
            <a:r>
              <a:rPr lang="en-US" sz="1000" baseline="0"/>
              <a:t> In this case, the application is granted </a:t>
            </a:r>
            <a:r>
              <a:rPr lang="en-US" sz="1000"/>
              <a:t>access to the file that</a:t>
            </a:r>
            <a:r>
              <a:rPr lang="en-US" sz="1000" baseline="0"/>
              <a:t> is </a:t>
            </a:r>
            <a:r>
              <a:rPr lang="en-US" sz="1000"/>
              <a:t>stored in Amazon S3. </a:t>
            </a:r>
          </a:p>
          <a:p>
            <a:endParaRPr lang="en-US" sz="1000"/>
          </a:p>
          <a:p>
            <a:r>
              <a:rPr lang="en-US" sz="1000"/>
              <a:t>This example illustrates a very useful architectural approach, where essential data files are stored in Amazon S3 instead of being stored locally on an instance. This approach makes the data more globally available and flexible to both access and use.</a:t>
            </a:r>
          </a:p>
        </p:txBody>
      </p:sp>
    </p:spTree>
    <p:extLst>
      <p:ext uri="{BB962C8B-B14F-4D97-AF65-F5344CB8AC3E}">
        <p14:creationId xmlns:p14="http://schemas.microsoft.com/office/powerpoint/2010/main" val="10826535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3971458"/>
          </a:xfrm>
        </p:spPr>
        <p:txBody>
          <a:bodyPr/>
          <a:lstStyle/>
          <a:p>
            <a:pPr defTabSz="440695">
              <a:defRPr/>
            </a:pPr>
            <a:r>
              <a:rPr lang="en-US" sz="1000"/>
              <a:t>Another useful option that can be invoked when you launch an instance from an AMI is the user data parameter. </a:t>
            </a:r>
            <a:r>
              <a:rPr lang="en-US" sz="1000" b="0" i="1" baseline="0"/>
              <a:t>User data </a:t>
            </a:r>
            <a:r>
              <a:rPr lang="en-US" sz="1000" baseline="0"/>
              <a:t>is a powerful tool that can help you deploy EC2 instances in an automated and repeatable fashion. </a:t>
            </a:r>
          </a:p>
          <a:p>
            <a:pPr defTabSz="440695">
              <a:defRPr/>
            </a:pPr>
            <a:endParaRPr lang="en-US" sz="1000" baseline="0"/>
          </a:p>
          <a:p>
            <a:pPr defTabSz="440695">
              <a:defRPr/>
            </a:pPr>
            <a:r>
              <a:rPr lang="en-US" sz="1000" baseline="0"/>
              <a:t>With user data, you can supply a script to a Linux or Windows instance. This script runs at instance launch as a series of commands during the end of the boot process. Scripts take the form of shell scripts on Linux instances, or batch or PowerShell scripts on Windows instances. Using user data, you can automate the setup of a new instance without needing to log in to the instance. </a:t>
            </a:r>
          </a:p>
          <a:p>
            <a:pPr defTabSz="440695">
              <a:defRPr/>
            </a:pPr>
            <a:endParaRPr lang="en-US" sz="1000" baseline="0"/>
          </a:p>
          <a:p>
            <a:pPr defTabSz="440695">
              <a:defRPr/>
            </a:pPr>
            <a:r>
              <a:rPr lang="en-US" sz="1000" baseline="0"/>
              <a:t>Scripts do not have to do all the work. For example, a user data script could download and run a longer script that is stored in an Amazon S3 bucket. You could also download and install a configuration management (CM) system, such as Chef or Puppet, and kick off an initialization task from a reusable Chef Cookbook or Puppet Module. </a:t>
            </a:r>
          </a:p>
          <a:p>
            <a:pPr defTabSz="440695">
              <a:defRPr/>
            </a:pPr>
            <a:endParaRPr lang="en-US" sz="1000" baseline="0"/>
          </a:p>
          <a:p>
            <a:pPr defTabSz="440695">
              <a:defRPr/>
            </a:pPr>
            <a:r>
              <a:rPr lang="en-US" sz="1000" baseline="0"/>
              <a:t>Also, you can call </a:t>
            </a:r>
            <a:r>
              <a:rPr lang="en-US" sz="1000" b="0" i="1" baseline="0"/>
              <a:t>AWS Command Line Interface (AWS CLI) </a:t>
            </a:r>
            <a:r>
              <a:rPr lang="en-US" sz="1000" baseline="0"/>
              <a:t>commands from your scripts. This process assumes you include code or instructions for installing the AWS CLI earlier in your script, if the instance does not already have the AWS CLI pre-installed on it. Amazon Linux instances have the AWS CLI pre-installed on them.</a:t>
            </a:r>
          </a:p>
          <a:p>
            <a:pPr defTabSz="440695">
              <a:defRPr/>
            </a:pPr>
            <a:endParaRPr lang="en-US" sz="1000" baseline="0"/>
          </a:p>
          <a:p>
            <a:pPr defTabSz="440695">
              <a:defRPr/>
            </a:pPr>
            <a:r>
              <a:rPr lang="en-US" sz="1000" baseline="0"/>
              <a:t>User data scripts are run by the cloud-init service on Linux instances, or by the EC2Launch service on Windows instances. </a:t>
            </a:r>
            <a:endParaRPr lang="en-US" sz="1000"/>
          </a:p>
          <a:p>
            <a:pPr defTabSz="440695">
              <a:defRPr/>
            </a:pPr>
            <a:endParaRPr lang="en-US" sz="1000" b="0" i="0" kern="1200">
              <a:solidFill>
                <a:schemeClr val="tx1"/>
              </a:solidFill>
              <a:effectLst/>
            </a:endParaRPr>
          </a:p>
          <a:p>
            <a:pPr defTabSz="440695">
              <a:defRPr/>
            </a:pPr>
            <a:r>
              <a:rPr lang="en-US" sz="1000" b="0" i="0" kern="1200">
                <a:solidFill>
                  <a:schemeClr val="tx1"/>
                </a:solidFill>
                <a:effectLst/>
              </a:rPr>
              <a:t>By default, user data scripts and cloud-init directives run only during the first boot cycle when an instance is launched;</a:t>
            </a:r>
            <a:r>
              <a:rPr lang="en-US" sz="1000" b="0" i="0" kern="1200" baseline="0">
                <a:solidFill>
                  <a:schemeClr val="tx1"/>
                </a:solidFill>
                <a:effectLst/>
              </a:rPr>
              <a:t> h</a:t>
            </a:r>
            <a:r>
              <a:rPr lang="en-US" sz="1000" b="0" i="0" kern="1200">
                <a:solidFill>
                  <a:schemeClr val="tx1"/>
                </a:solidFill>
                <a:effectLst/>
              </a:rPr>
              <a:t>owever, you can configure user data scripts and cloud-init directives to run </a:t>
            </a:r>
            <a:r>
              <a:rPr lang="en-US" sz="1000">
                <a:hlinkClick r:id="rId3"/>
              </a:rPr>
              <a:t>every time</a:t>
            </a:r>
            <a:r>
              <a:rPr lang="en-US" sz="1000"/>
              <a:t> </a:t>
            </a:r>
            <a:r>
              <a:rPr lang="en-US" sz="1000" b="0" i="0" kern="1200">
                <a:solidFill>
                  <a:schemeClr val="tx1"/>
                </a:solidFill>
                <a:effectLst/>
              </a:rPr>
              <a:t>the instance is restarted from a stopped state.  </a:t>
            </a:r>
          </a:p>
          <a:p>
            <a:pPr defTabSz="440695">
              <a:defRPr/>
            </a:pPr>
            <a:endParaRPr lang="en-US" sz="1000" b="0" i="0" kern="1200">
              <a:solidFill>
                <a:schemeClr val="tx1"/>
              </a:solidFill>
              <a:effectLst/>
            </a:endParaRPr>
          </a:p>
          <a:p>
            <a:pPr defTabSz="440695">
              <a:defRPr/>
            </a:pPr>
            <a:endParaRPr lang="en-US" sz="1000" b="0" i="0" kern="1200">
              <a:solidFill>
                <a:schemeClr val="tx1"/>
              </a:solidFill>
              <a:effectLst/>
            </a:endParaRPr>
          </a:p>
          <a:p>
            <a:pPr defTabSz="440695">
              <a:defRPr/>
            </a:pPr>
            <a:endParaRPr lang="en-US" sz="1000" baseline="0"/>
          </a:p>
          <a:p>
            <a:pPr defTabSz="440695">
              <a:defRPr/>
            </a:pPr>
            <a:endParaRPr lang="en-US" sz="1000" baseline="0"/>
          </a:p>
        </p:txBody>
      </p:sp>
    </p:spTree>
    <p:extLst>
      <p:ext uri="{BB962C8B-B14F-4D97-AF65-F5344CB8AC3E}">
        <p14:creationId xmlns:p14="http://schemas.microsoft.com/office/powerpoint/2010/main" val="28365905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100">
                <a:latin typeface="+mn-lt"/>
                <a:ea typeface="ＭＳ Ｐゴシック" charset="0"/>
                <a:cs typeface="Arial" pitchFamily="34" charset="0"/>
              </a:rPr>
              <a:t>User data on Linux can take one of two forms:</a:t>
            </a:r>
          </a:p>
          <a:p>
            <a:pPr defTabSz="440695">
              <a:defRPr/>
            </a:pPr>
            <a:endParaRPr lang="en-US" sz="1100">
              <a:latin typeface="+mn-lt"/>
              <a:ea typeface="ＭＳ Ｐゴシック" charset="0"/>
              <a:cs typeface="Arial" pitchFamily="34" charset="0"/>
            </a:endParaRPr>
          </a:p>
          <a:p>
            <a:pPr marL="171450" indent="-171450" defTabSz="440695">
              <a:buFont typeface="Arial" panose="020B0604020202020204" pitchFamily="34" charset="0"/>
              <a:buChar char="•"/>
              <a:defRPr/>
            </a:pPr>
            <a:r>
              <a:rPr lang="en-US" sz="1100">
                <a:ea typeface="ＭＳ Ｐゴシック" charset="0"/>
                <a:cs typeface="Arial" pitchFamily="34" charset="0"/>
              </a:rPr>
              <a:t>A </a:t>
            </a:r>
            <a:r>
              <a:rPr lang="en-US" sz="1100">
                <a:latin typeface="+mn-lt"/>
                <a:ea typeface="ＭＳ Ｐゴシック" charset="0"/>
                <a:cs typeface="Arial" pitchFamily="34" charset="0"/>
              </a:rPr>
              <a:t>Linux Shell Script. In the example shown here, the script starts with an invocation of a built-in Linux bash interpreter. You can invoke any interpreter that supports the Unix #! (sha-bang) syntax and is installed on the base Linux AMI.</a:t>
            </a:r>
          </a:p>
          <a:p>
            <a:pPr marL="171450" indent="-171450" defTabSz="440695">
              <a:buFont typeface="Arial" panose="020B0604020202020204" pitchFamily="34" charset="0"/>
              <a:buChar char="•"/>
              <a:defRPr/>
            </a:pPr>
            <a:endParaRPr lang="en-US" sz="1100">
              <a:latin typeface="+mn-lt"/>
              <a:ea typeface="ＭＳ Ｐゴシック" charset="0"/>
              <a:cs typeface="Arial" pitchFamily="34" charset="0"/>
            </a:endParaRPr>
          </a:p>
          <a:p>
            <a:pPr marL="171450" indent="-171450" defTabSz="440695">
              <a:buFont typeface="Arial" panose="020B0604020202020204" pitchFamily="34" charset="0"/>
              <a:buNone/>
              <a:defRPr/>
            </a:pPr>
            <a:r>
              <a:rPr lang="en-US" sz="1100">
                <a:latin typeface="+mn-lt"/>
                <a:ea typeface="ＭＳ Ｐゴシック" charset="0"/>
                <a:cs typeface="Arial" pitchFamily="34" charset="0"/>
              </a:rPr>
              <a:t>	Popular software language interpreters, such as Perl and Ruby, also typically come pre-installed on recent Linux AMI images. </a:t>
            </a:r>
          </a:p>
          <a:p>
            <a:pPr marL="171450" indent="-171450" defTabSz="440695">
              <a:buFont typeface="Arial" panose="020B0604020202020204" pitchFamily="34" charset="0"/>
              <a:buChar char="•"/>
              <a:defRPr/>
            </a:pPr>
            <a:endParaRPr lang="en-US" sz="1100">
              <a:latin typeface="+mn-lt"/>
              <a:ea typeface="ＭＳ Ｐゴシック" charset="0"/>
              <a:cs typeface="Arial" pitchFamily="34" charset="0"/>
            </a:endParaRPr>
          </a:p>
          <a:p>
            <a:pPr marL="171450" indent="-171450" defTabSz="440695">
              <a:buFont typeface="Arial" panose="020B0604020202020204" pitchFamily="34" charset="0"/>
              <a:buChar char="•"/>
              <a:defRPr/>
            </a:pPr>
            <a:r>
              <a:rPr lang="en-US" sz="1100" b="0" i="0">
                <a:ea typeface="ＭＳ Ｐゴシック" charset="0"/>
                <a:cs typeface="Arial" pitchFamily="34" charset="0"/>
              </a:rPr>
              <a:t>C</a:t>
            </a:r>
            <a:r>
              <a:rPr lang="en-US" sz="1100" b="0" i="0">
                <a:latin typeface="+mn-lt"/>
                <a:ea typeface="ＭＳ Ｐゴシック" charset="0"/>
                <a:cs typeface="Arial" pitchFamily="34" charset="0"/>
              </a:rPr>
              <a:t>loud-</a:t>
            </a:r>
            <a:r>
              <a:rPr lang="en-US" sz="1100" b="0" i="0" err="1">
                <a:latin typeface="+mn-lt"/>
                <a:ea typeface="ＭＳ Ｐゴシック" charset="0"/>
                <a:cs typeface="Arial" pitchFamily="34" charset="0"/>
              </a:rPr>
              <a:t>init</a:t>
            </a:r>
            <a:r>
              <a:rPr lang="en-US" sz="1100" b="0" i="0">
                <a:latin typeface="+mn-lt"/>
                <a:ea typeface="ＭＳ Ｐゴシック" charset="0"/>
                <a:cs typeface="Arial" pitchFamily="34" charset="0"/>
              </a:rPr>
              <a:t> directives is the other form that can be used. You indicate them by typing </a:t>
            </a:r>
            <a:r>
              <a:rPr lang="en-US" sz="1100">
                <a:latin typeface="+mn-lt"/>
                <a:ea typeface="ＭＳ Ｐゴシック" charset="0"/>
                <a:cs typeface="Arial" pitchFamily="34" charset="0"/>
              </a:rPr>
              <a:t>#cloud-config in the first line. The</a:t>
            </a:r>
            <a:r>
              <a:rPr lang="en-US" sz="1100" baseline="0">
                <a:latin typeface="+mn-lt"/>
                <a:ea typeface="ＭＳ Ｐゴシック" charset="0"/>
                <a:cs typeface="Arial" pitchFamily="34" charset="0"/>
              </a:rPr>
              <a:t> #cloud-config</a:t>
            </a:r>
            <a:r>
              <a:rPr lang="en-US" sz="1100">
                <a:latin typeface="+mn-lt"/>
                <a:ea typeface="ＭＳ Ｐゴシック" charset="0"/>
                <a:cs typeface="Arial" pitchFamily="34" charset="0"/>
              </a:rPr>
              <a:t> example shown follows the format that complies with what is expected by the cloud-init Linux operating system service. Using cloud-config allows software to be installed when the instance is first booted, and it should be used whenever you need to install software that will be available immediately after the instance boots. </a:t>
            </a:r>
          </a:p>
          <a:p>
            <a:pPr marL="171450" indent="-171450" defTabSz="440695">
              <a:buFont typeface="Arial" panose="020B0604020202020204" pitchFamily="34" charset="0"/>
              <a:buChar char="•"/>
              <a:defRPr/>
            </a:pPr>
            <a:endParaRPr lang="en-US" sz="1100" b="0" i="1">
              <a:latin typeface="+mn-lt"/>
              <a:ea typeface="ＭＳ Ｐゴシック" charset="0"/>
              <a:cs typeface="Arial" pitchFamily="34" charset="0"/>
            </a:endParaRPr>
          </a:p>
          <a:p>
            <a:pPr marL="171450" indent="-171450" defTabSz="440695">
              <a:buFont typeface="Arial" panose="020B0604020202020204" pitchFamily="34" charset="0"/>
              <a:buNone/>
              <a:defRPr/>
            </a:pPr>
            <a:r>
              <a:rPr lang="en-US" sz="1100" b="1" i="0">
                <a:latin typeface="+mn-lt"/>
                <a:ea typeface="ＭＳ Ｐゴシック" charset="0"/>
                <a:cs typeface="Arial" pitchFamily="34" charset="0"/>
              </a:rPr>
              <a:t>NOTE</a:t>
            </a:r>
            <a:r>
              <a:rPr lang="en-US" sz="1100" b="0" i="1">
                <a:latin typeface="+mn-lt"/>
                <a:ea typeface="ＭＳ Ｐゴシック" charset="0"/>
                <a:cs typeface="Arial" pitchFamily="34" charset="0"/>
              </a:rPr>
              <a:t>:</a:t>
            </a:r>
            <a:r>
              <a:rPr lang="en-US" sz="1100" b="1">
                <a:latin typeface="+mn-lt"/>
                <a:ea typeface="ＭＳ Ｐゴシック" charset="0"/>
                <a:cs typeface="Arial" pitchFamily="34" charset="0"/>
              </a:rPr>
              <a:t> </a:t>
            </a:r>
            <a:r>
              <a:rPr lang="en-US" sz="1100">
                <a:latin typeface="+mn-lt"/>
                <a:ea typeface="ＭＳ Ｐゴシック" charset="0"/>
                <a:cs typeface="Arial" pitchFamily="34" charset="0"/>
              </a:rPr>
              <a:t>This may increase the initial boot time of the system. </a:t>
            </a:r>
          </a:p>
          <a:p>
            <a:pPr marL="171450" indent="-171450" defTabSz="440695">
              <a:buFont typeface="Arial" panose="020B0604020202020204" pitchFamily="34" charset="0"/>
              <a:buNone/>
              <a:defRPr/>
            </a:pPr>
            <a:endParaRPr lang="en-US" sz="1100">
              <a:latin typeface="+mn-lt"/>
              <a:ea typeface="ＭＳ Ｐゴシック" charset="0"/>
              <a:cs typeface="Arial" pitchFamily="34" charset="0"/>
            </a:endParaRPr>
          </a:p>
          <a:p>
            <a:pPr marL="171450" indent="-171450" defTabSz="440695">
              <a:buFont typeface="Arial" panose="020B0604020202020204" pitchFamily="34" charset="0"/>
              <a:buNone/>
              <a:defRPr/>
            </a:pPr>
            <a:endParaRPr lang="en-US" sz="1100">
              <a:latin typeface="+mn-lt"/>
              <a:ea typeface="ＭＳ Ｐゴシック" charset="0"/>
              <a:cs typeface="Arial" pitchFamily="34" charset="0"/>
            </a:endParaRPr>
          </a:p>
        </p:txBody>
      </p:sp>
    </p:spTree>
    <p:extLst>
      <p:ext uri="{BB962C8B-B14F-4D97-AF65-F5344CB8AC3E}">
        <p14:creationId xmlns:p14="http://schemas.microsoft.com/office/powerpoint/2010/main" val="35531306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b="0"/>
              <a:t>This slide</a:t>
            </a:r>
            <a:r>
              <a:rPr lang="en-US" sz="1000" b="0" baseline="0"/>
              <a:t> shows two different ways of passing user data into a Windows instance—as a set of Windows batch commands and as a PowerShell script. </a:t>
            </a:r>
          </a:p>
          <a:p>
            <a:pPr defTabSz="440695">
              <a:defRPr/>
            </a:pPr>
            <a:endParaRPr lang="en-US" sz="1000" b="0" baseline="0"/>
          </a:p>
          <a:p>
            <a:pPr defTabSz="440695">
              <a:defRPr/>
            </a:pPr>
            <a:r>
              <a:rPr lang="en-US" sz="1000" b="0" baseline="0"/>
              <a:t>In the </a:t>
            </a:r>
            <a:r>
              <a:rPr lang="en-US" sz="1000" b="0" i="1" baseline="0"/>
              <a:t>Batch file </a:t>
            </a:r>
            <a:r>
              <a:rPr lang="en-US" sz="1000" b="0" i="0" baseline="0"/>
              <a:t>example</a:t>
            </a:r>
            <a:r>
              <a:rPr lang="en-US" sz="1000" b="0" baseline="0"/>
              <a:t>, a few simple calls to the winrm utility configure the instance to allow remote administration through the Windows Remote Management service. </a:t>
            </a:r>
          </a:p>
          <a:p>
            <a:pPr defTabSz="440695">
              <a:defRPr/>
            </a:pPr>
            <a:endParaRPr lang="en-US" sz="1000" b="0" baseline="0"/>
          </a:p>
          <a:p>
            <a:pPr defTabSz="440695">
              <a:defRPr/>
            </a:pPr>
            <a:r>
              <a:rPr lang="en-US" sz="1000" b="0" baseline="0"/>
              <a:t>In the </a:t>
            </a:r>
            <a:r>
              <a:rPr lang="en-US" sz="1000" b="0" i="1" baseline="0"/>
              <a:t>PowerShell script </a:t>
            </a:r>
            <a:r>
              <a:rPr lang="en-US" sz="1000" b="0" i="0" baseline="0"/>
              <a:t>example</a:t>
            </a:r>
            <a:r>
              <a:rPr lang="en-US" sz="1000" b="0" i="1" baseline="0"/>
              <a:t>, </a:t>
            </a:r>
            <a:r>
              <a:rPr lang="en-US" sz="1000" b="0" baseline="0"/>
              <a:t>built-in PowerShell commands </a:t>
            </a:r>
            <a:r>
              <a:rPr lang="en-US" sz="1000"/>
              <a:t>configure the Windows instance as a web server </a:t>
            </a:r>
            <a:r>
              <a:rPr lang="en-US" sz="1000" b="0" i="1"/>
              <a:t>that</a:t>
            </a:r>
            <a:r>
              <a:rPr lang="en-US" sz="1000" b="0" i="1" baseline="0"/>
              <a:t> r</a:t>
            </a:r>
            <a:r>
              <a:rPr lang="en-US" sz="1000" b="0" i="1"/>
              <a:t>uns </a:t>
            </a:r>
            <a:r>
              <a:rPr lang="en-US" sz="1000" b="0" i="0"/>
              <a:t>Internet Information Services (IIS)</a:t>
            </a:r>
            <a:r>
              <a:rPr lang="en-US" sz="1000" i="0"/>
              <a:t>. </a:t>
            </a:r>
          </a:p>
          <a:p>
            <a:pPr defTabSz="440695">
              <a:defRPr/>
            </a:pPr>
            <a:endParaRPr lang="en-US" sz="1000"/>
          </a:p>
          <a:p>
            <a:pPr defTabSz="440695">
              <a:defRPr/>
            </a:pPr>
            <a:r>
              <a:rPr lang="en-US" sz="1000"/>
              <a:t>Regardless of the approach you use, installations and configurations can be accomplished with these scripts, without needing to log in to the instance directly. </a:t>
            </a:r>
          </a:p>
          <a:p>
            <a:pPr defTabSz="440695">
              <a:defRPr/>
            </a:pPr>
            <a:endParaRPr lang="en-US" sz="1000" b="0"/>
          </a:p>
        </p:txBody>
      </p:sp>
    </p:spTree>
    <p:extLst>
      <p:ext uri="{BB962C8B-B14F-4D97-AF65-F5344CB8AC3E}">
        <p14:creationId xmlns:p14="http://schemas.microsoft.com/office/powerpoint/2010/main" val="1526955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a:t>Metadata about a running instance is accessible from within an instance at runtime. You can use this metadata to configure or manage the instance.</a:t>
            </a:r>
          </a:p>
          <a:p>
            <a:pPr>
              <a:defRPr/>
            </a:pPr>
            <a:endParaRPr lang="en-US" sz="1000"/>
          </a:p>
          <a:p>
            <a:pPr>
              <a:defRPr/>
            </a:pPr>
            <a:r>
              <a:rPr lang="en-US" sz="1000"/>
              <a:t>As shown in the example, the metadata is available at the IP address 169.254.169.254.  </a:t>
            </a:r>
          </a:p>
          <a:p>
            <a:pPr marL="171450" indent="-171450">
              <a:buFont typeface="Arial" panose="020B0604020202020204" pitchFamily="34" charset="0"/>
              <a:buChar char="•"/>
              <a:defRPr/>
            </a:pPr>
            <a:r>
              <a:rPr lang="en-US" sz="1000"/>
              <a:t>A variable named INSTANCE_ID is set by using cURL to</a:t>
            </a:r>
            <a:r>
              <a:rPr lang="en-US" sz="1000" baseline="0"/>
              <a:t> access</a:t>
            </a:r>
            <a:r>
              <a:rPr lang="en-US" sz="1000"/>
              <a:t> the instance-id at </a:t>
            </a:r>
            <a:r>
              <a:rPr lang="en-US" sz="1000" b="0">
                <a:cs typeface="Courier New" panose="02070309020205020404" pitchFamily="49" charset="0"/>
              </a:rPr>
              <a:t>http://169.254.169.254/latest/meta-data/instance-id. </a:t>
            </a:r>
          </a:p>
          <a:p>
            <a:pPr marL="171450" indent="-171450">
              <a:buFont typeface="Arial" panose="020B0604020202020204" pitchFamily="34" charset="0"/>
              <a:buChar char="•"/>
              <a:defRPr/>
            </a:pPr>
            <a:r>
              <a:rPr lang="en-US" sz="1000" b="0">
                <a:cs typeface="Courier New" panose="02070309020205020404" pitchFamily="49" charset="0"/>
              </a:rPr>
              <a:t>If you use</a:t>
            </a:r>
            <a:r>
              <a:rPr lang="en-US" sz="1000" b="0" baseline="0">
                <a:cs typeface="Courier New" panose="02070309020205020404" pitchFamily="49" charset="0"/>
              </a:rPr>
              <a:t> cURL to query</a:t>
            </a:r>
            <a:r>
              <a:rPr lang="en-US" sz="1000" b="0">
                <a:cs typeface="Courier New" panose="02070309020205020404" pitchFamily="49" charset="0"/>
              </a:rPr>
              <a:t> http://169.254.169.254/latest/meta-data/ while you are connected to an instance, it will return a listing of the available metadata, such as: </a:t>
            </a:r>
          </a:p>
          <a:p>
            <a:pPr marL="628650" lvl="1" indent="-171450">
              <a:buFont typeface="Arial" panose="020B0604020202020204" pitchFamily="34" charset="0"/>
              <a:buChar char="•"/>
              <a:defRPr/>
            </a:pPr>
            <a:r>
              <a:rPr lang="en-US" sz="1000" b="0">
                <a:cs typeface="Courier New" panose="02070309020205020404" pitchFamily="49" charset="0"/>
              </a:rPr>
              <a:t>Hostname</a:t>
            </a:r>
          </a:p>
          <a:p>
            <a:pPr marL="628650" lvl="1" indent="-171450">
              <a:buFont typeface="Arial" panose="020B0604020202020204" pitchFamily="34" charset="0"/>
              <a:buChar char="•"/>
              <a:defRPr/>
            </a:pPr>
            <a:r>
              <a:rPr lang="en-US" sz="1000" b="0">
                <a:cs typeface="Courier New" panose="02070309020205020404" pitchFamily="49" charset="0"/>
              </a:rPr>
              <a:t>ami-id</a:t>
            </a:r>
          </a:p>
          <a:p>
            <a:pPr marL="628650" lvl="1" indent="-171450">
              <a:buFont typeface="Arial" panose="020B0604020202020204" pitchFamily="34" charset="0"/>
              <a:buChar char="•"/>
              <a:defRPr/>
            </a:pPr>
            <a:r>
              <a:rPr lang="en-US" sz="1000" b="0">
                <a:cs typeface="Courier New" panose="02070309020205020404" pitchFamily="49" charset="0"/>
              </a:rPr>
              <a:t>instance-id</a:t>
            </a:r>
          </a:p>
          <a:p>
            <a:pPr marL="628650" lvl="1" indent="-171450">
              <a:buFont typeface="Arial" panose="020B0604020202020204" pitchFamily="34" charset="0"/>
              <a:buChar char="•"/>
              <a:defRPr/>
            </a:pPr>
            <a:r>
              <a:rPr lang="en-US" sz="1000" b="0">
                <a:cs typeface="Courier New" panose="02070309020205020404" pitchFamily="49" charset="0"/>
              </a:rPr>
              <a:t>instance-type</a:t>
            </a:r>
          </a:p>
          <a:p>
            <a:pPr marL="628650" lvl="1" indent="-171450">
              <a:buFont typeface="Arial" panose="020B0604020202020204" pitchFamily="34" charset="0"/>
              <a:buChar char="•"/>
              <a:defRPr/>
            </a:pPr>
            <a:r>
              <a:rPr lang="en-US" sz="1000" b="0">
                <a:cs typeface="Courier New" panose="02070309020205020404" pitchFamily="49" charset="0"/>
              </a:rPr>
              <a:t>security-groups </a:t>
            </a:r>
          </a:p>
          <a:p>
            <a:pPr marL="628650" lvl="1" indent="-171450">
              <a:buFont typeface="Arial" panose="020B0604020202020204" pitchFamily="34" charset="0"/>
              <a:buChar char="•"/>
              <a:defRPr/>
            </a:pPr>
            <a:r>
              <a:rPr lang="en-US" sz="1000" b="0">
                <a:cs typeface="Courier New" panose="02070309020205020404" pitchFamily="49" charset="0"/>
              </a:rPr>
              <a:t>many other details</a:t>
            </a:r>
            <a:endParaRPr lang="en-US" sz="1000"/>
          </a:p>
          <a:p>
            <a:pPr>
              <a:defRPr/>
            </a:pPr>
            <a:endParaRPr lang="en-US" sz="1000"/>
          </a:p>
          <a:p>
            <a:pPr>
              <a:defRPr/>
            </a:pPr>
            <a:r>
              <a:rPr lang="en-US" sz="1000"/>
              <a:t>For a full description of EC2 instance metadata and available</a:t>
            </a:r>
            <a:r>
              <a:rPr lang="en-US" sz="1000" baseline="0"/>
              <a:t> </a:t>
            </a:r>
            <a:r>
              <a:rPr lang="en-US" sz="1000"/>
              <a:t>options, see </a:t>
            </a:r>
            <a:r>
              <a:rPr lang="en-US" sz="1000">
                <a:hlinkClick r:id="rId3"/>
              </a:rPr>
              <a:t>http://docs.aws.amazon.com/AWSEC2/latest/UserGuide/ec2-instance-metadata.html</a:t>
            </a:r>
            <a:r>
              <a:rPr lang="en-US" sz="1000"/>
              <a:t> </a:t>
            </a:r>
          </a:p>
        </p:txBody>
      </p:sp>
    </p:spTree>
    <p:extLst>
      <p:ext uri="{BB962C8B-B14F-4D97-AF65-F5344CB8AC3E}">
        <p14:creationId xmlns:p14="http://schemas.microsoft.com/office/powerpoint/2010/main" val="31440929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An example of where you could use EC2 instance metadata is in a user data script. In the user data script, you can reference the properties of the EC2 instance, such as instance IDs, which are not known until launch time. You</a:t>
            </a:r>
            <a:r>
              <a:rPr lang="en-US" sz="1000" baseline="0"/>
              <a:t> can q</a:t>
            </a:r>
            <a:r>
              <a:rPr lang="en-US" sz="1000"/>
              <a:t>uery the instance metadata service when you set variables in the user data script.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In</a:t>
            </a:r>
            <a:r>
              <a:rPr lang="en-US" sz="1000" baseline="0"/>
              <a:t> the example shown here, the instance metadata is queried to return the instance-id. Next, the hostname value is returned. This hostname value is then is set as the </a:t>
            </a:r>
            <a:r>
              <a:rPr lang="en-US" sz="1000" b="0" i="1" baseline="0"/>
              <a:t>hostname</a:t>
            </a:r>
            <a:r>
              <a:rPr lang="en-US" sz="1000" baseline="0"/>
              <a:t> in the /etc/hosts and /etc/sysconfig/network files that are used by the Linux operating system. The system is then rebooted to ensure that the modified operating system files values are propagated.</a:t>
            </a:r>
            <a:endParaRPr lang="en-US" sz="100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00"/>
          </a:p>
          <a:p>
            <a:pPr>
              <a:defRPr/>
            </a:pPr>
            <a:r>
              <a:rPr lang="en-US" sz="1000"/>
              <a:t>For a full description of metadata and available options, see </a:t>
            </a:r>
            <a:r>
              <a:rPr lang="en-US" sz="1000">
                <a:hlinkClick r:id="rId3"/>
              </a:rPr>
              <a:t>http://docs.aws.amazon.com/AWSEC2/latest/UserGuide/ec2-instance-metadata.html</a:t>
            </a:r>
            <a:r>
              <a:rPr lang="en-US" sz="1000"/>
              <a:t> </a:t>
            </a:r>
          </a:p>
        </p:txBody>
      </p:sp>
    </p:spTree>
    <p:extLst>
      <p:ext uri="{BB962C8B-B14F-4D97-AF65-F5344CB8AC3E}">
        <p14:creationId xmlns:p14="http://schemas.microsoft.com/office/powerpoint/2010/main" val="889782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cs typeface="Courier New" panose="02070309020205020404" pitchFamily="49" charset="0"/>
              </a:rPr>
              <a:t>Examples of EC2 instance metadata</a:t>
            </a:r>
            <a:r>
              <a:rPr lang="en-US" sz="1000" baseline="0">
                <a:cs typeface="Courier New" panose="02070309020205020404" pitchFamily="49" charset="0"/>
              </a:rPr>
              <a:t> include:</a:t>
            </a:r>
            <a:endParaRPr lang="en-US" sz="1000">
              <a:cs typeface="Courier New" panose="02070309020205020404" pitchFamily="49" charset="0"/>
            </a:endParaRPr>
          </a:p>
          <a:p>
            <a:endParaRPr lang="en-US" sz="1000">
              <a:latin typeface="Courier New" panose="02070309020205020404" pitchFamily="49" charset="0"/>
              <a:cs typeface="Courier New" panose="02070309020205020404" pitchFamily="49" charset="0"/>
            </a:endParaRPr>
          </a:p>
          <a:p>
            <a:r>
              <a:rPr lang="en-US" sz="1000">
                <a:latin typeface="Courier New" panose="02070309020205020404" pitchFamily="49" charset="0"/>
                <a:cs typeface="Courier New" panose="02070309020205020404" pitchFamily="49" charset="0"/>
              </a:rPr>
              <a:t>[ec2-user ~]$ curl http://169.254.169.254/latest/meta-data/    </a:t>
            </a:r>
          </a:p>
          <a:p>
            <a:r>
              <a:rPr lang="en-US" sz="1000">
                <a:latin typeface="Courier New" panose="02070309020205020404" pitchFamily="49" charset="0"/>
                <a:cs typeface="Courier New" panose="02070309020205020404" pitchFamily="49" charset="0"/>
              </a:rPr>
              <a:t>ami-id</a:t>
            </a:r>
          </a:p>
          <a:p>
            <a:r>
              <a:rPr lang="en-US" sz="1000">
                <a:latin typeface="Courier New" panose="02070309020205020404" pitchFamily="49" charset="0"/>
                <a:cs typeface="Courier New" panose="02070309020205020404" pitchFamily="49" charset="0"/>
              </a:rPr>
              <a:t>ami-launch-index</a:t>
            </a:r>
          </a:p>
          <a:p>
            <a:r>
              <a:rPr lang="en-US" sz="1000">
                <a:latin typeface="Courier New" panose="02070309020205020404" pitchFamily="49" charset="0"/>
                <a:cs typeface="Courier New" panose="02070309020205020404" pitchFamily="49" charset="0"/>
              </a:rPr>
              <a:t>ami-manifest-path</a:t>
            </a:r>
          </a:p>
          <a:p>
            <a:r>
              <a:rPr lang="en-US" sz="1000">
                <a:latin typeface="Courier New" panose="02070309020205020404" pitchFamily="49" charset="0"/>
                <a:cs typeface="Courier New" panose="02070309020205020404" pitchFamily="49" charset="0"/>
              </a:rPr>
              <a:t>block-device-mapping/</a:t>
            </a:r>
          </a:p>
          <a:p>
            <a:r>
              <a:rPr lang="en-US" sz="1000">
                <a:latin typeface="Courier New" panose="02070309020205020404" pitchFamily="49" charset="0"/>
                <a:cs typeface="Courier New" panose="02070309020205020404" pitchFamily="49" charset="0"/>
              </a:rPr>
              <a:t>events/</a:t>
            </a:r>
          </a:p>
          <a:p>
            <a:r>
              <a:rPr lang="en-US" sz="1000">
                <a:latin typeface="Courier New" panose="02070309020205020404" pitchFamily="49" charset="0"/>
                <a:cs typeface="Courier New" panose="02070309020205020404" pitchFamily="49" charset="0"/>
              </a:rPr>
              <a:t>hostname</a:t>
            </a:r>
          </a:p>
          <a:p>
            <a:r>
              <a:rPr lang="en-US" sz="1000">
                <a:latin typeface="Courier New" panose="02070309020205020404" pitchFamily="49" charset="0"/>
                <a:cs typeface="Courier New" panose="02070309020205020404" pitchFamily="49" charset="0"/>
              </a:rPr>
              <a:t>iam/</a:t>
            </a:r>
          </a:p>
          <a:p>
            <a:r>
              <a:rPr lang="en-US" sz="1000">
                <a:latin typeface="Courier New" panose="02070309020205020404" pitchFamily="49" charset="0"/>
                <a:cs typeface="Courier New" panose="02070309020205020404" pitchFamily="49" charset="0"/>
              </a:rPr>
              <a:t>instance-action</a:t>
            </a:r>
          </a:p>
          <a:p>
            <a:r>
              <a:rPr lang="en-US" sz="1000">
                <a:latin typeface="Courier New" panose="02070309020205020404" pitchFamily="49" charset="0"/>
                <a:cs typeface="Courier New" panose="02070309020205020404" pitchFamily="49" charset="0"/>
              </a:rPr>
              <a:t>instance-id</a:t>
            </a:r>
          </a:p>
          <a:p>
            <a:r>
              <a:rPr lang="en-US" sz="1000">
                <a:latin typeface="Courier New" panose="02070309020205020404" pitchFamily="49" charset="0"/>
                <a:cs typeface="Courier New" panose="02070309020205020404" pitchFamily="49" charset="0"/>
              </a:rPr>
              <a:t>instance-type</a:t>
            </a:r>
          </a:p>
          <a:p>
            <a:r>
              <a:rPr lang="en-US" sz="1000">
                <a:latin typeface="Courier New" panose="02070309020205020404" pitchFamily="49" charset="0"/>
                <a:cs typeface="Courier New" panose="02070309020205020404" pitchFamily="49" charset="0"/>
              </a:rPr>
              <a:t>local-hostname</a:t>
            </a:r>
          </a:p>
          <a:p>
            <a:r>
              <a:rPr lang="en-US" sz="1000">
                <a:latin typeface="Courier New" panose="02070309020205020404" pitchFamily="49" charset="0"/>
                <a:cs typeface="Courier New" panose="02070309020205020404" pitchFamily="49" charset="0"/>
              </a:rPr>
              <a:t>local-ipv4</a:t>
            </a:r>
          </a:p>
          <a:p>
            <a:r>
              <a:rPr lang="en-US" sz="1000">
                <a:latin typeface="Courier New" panose="02070309020205020404" pitchFamily="49" charset="0"/>
                <a:cs typeface="Courier New" panose="02070309020205020404" pitchFamily="49" charset="0"/>
              </a:rPr>
              <a:t>mac</a:t>
            </a:r>
          </a:p>
          <a:p>
            <a:r>
              <a:rPr lang="en-US" sz="1000">
                <a:latin typeface="Courier New" panose="02070309020205020404" pitchFamily="49" charset="0"/>
                <a:cs typeface="Courier New" panose="02070309020205020404" pitchFamily="49" charset="0"/>
              </a:rPr>
              <a:t>metrics/</a:t>
            </a:r>
          </a:p>
          <a:p>
            <a:r>
              <a:rPr lang="en-US" sz="1000">
                <a:latin typeface="Courier New" panose="02070309020205020404" pitchFamily="49" charset="0"/>
                <a:cs typeface="Courier New" panose="02070309020205020404" pitchFamily="49" charset="0"/>
              </a:rPr>
              <a:t>network/</a:t>
            </a:r>
          </a:p>
          <a:p>
            <a:r>
              <a:rPr lang="en-US" sz="1000">
                <a:latin typeface="Courier New" panose="02070309020205020404" pitchFamily="49" charset="0"/>
                <a:cs typeface="Courier New" panose="02070309020205020404" pitchFamily="49" charset="0"/>
              </a:rPr>
              <a:t>placement/</a:t>
            </a:r>
          </a:p>
          <a:p>
            <a:r>
              <a:rPr lang="en-US" sz="1000">
                <a:latin typeface="Courier New" panose="02070309020205020404" pitchFamily="49" charset="0"/>
                <a:cs typeface="Courier New" panose="02070309020205020404" pitchFamily="49" charset="0"/>
              </a:rPr>
              <a:t>profile</a:t>
            </a:r>
          </a:p>
          <a:p>
            <a:r>
              <a:rPr lang="en-US" sz="1000">
                <a:latin typeface="Courier New" panose="02070309020205020404" pitchFamily="49" charset="0"/>
                <a:cs typeface="Courier New" panose="02070309020205020404" pitchFamily="49" charset="0"/>
              </a:rPr>
              <a:t>public-hostname</a:t>
            </a:r>
          </a:p>
          <a:p>
            <a:r>
              <a:rPr lang="en-US" sz="1000">
                <a:latin typeface="Courier New" panose="02070309020205020404" pitchFamily="49" charset="0"/>
                <a:cs typeface="Courier New" panose="02070309020205020404" pitchFamily="49" charset="0"/>
              </a:rPr>
              <a:t>public-ipv4</a:t>
            </a:r>
          </a:p>
          <a:p>
            <a:r>
              <a:rPr lang="en-US" sz="1000">
                <a:latin typeface="Courier New" panose="02070309020205020404" pitchFamily="49" charset="0"/>
                <a:cs typeface="Courier New" panose="02070309020205020404" pitchFamily="49" charset="0"/>
              </a:rPr>
              <a:t>public-keys/</a:t>
            </a:r>
          </a:p>
          <a:p>
            <a:r>
              <a:rPr lang="en-US" sz="1000">
                <a:latin typeface="Courier New" panose="02070309020205020404" pitchFamily="49" charset="0"/>
                <a:cs typeface="Courier New" panose="02070309020205020404" pitchFamily="49" charset="0"/>
              </a:rPr>
              <a:t>reservation-id</a:t>
            </a:r>
          </a:p>
          <a:p>
            <a:r>
              <a:rPr lang="en-US" sz="1000">
                <a:latin typeface="Courier New" panose="02070309020205020404" pitchFamily="49" charset="0"/>
                <a:cs typeface="Courier New" panose="02070309020205020404" pitchFamily="49" charset="0"/>
              </a:rPr>
              <a:t>security-groups</a:t>
            </a:r>
          </a:p>
          <a:p>
            <a:r>
              <a:rPr lang="en-US" sz="1000">
                <a:latin typeface="Courier New" panose="02070309020205020404" pitchFamily="49" charset="0"/>
                <a:cs typeface="Courier New" panose="02070309020205020404" pitchFamily="49" charset="0"/>
              </a:rPr>
              <a:t>services/</a:t>
            </a:r>
          </a:p>
          <a:p>
            <a:endParaRPr lang="en-US" sz="1000"/>
          </a:p>
        </p:txBody>
      </p:sp>
    </p:spTree>
    <p:extLst>
      <p:ext uri="{BB962C8B-B14F-4D97-AF65-F5344CB8AC3E}">
        <p14:creationId xmlns:p14="http://schemas.microsoft.com/office/powerpoint/2010/main" val="33588700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kern="1200">
                <a:solidFill>
                  <a:schemeClr val="tx1"/>
                </a:solidFill>
                <a:effectLst/>
              </a:rPr>
              <a:t>To access the user data from a running instance, use the following:</a:t>
            </a:r>
          </a:p>
          <a:p>
            <a:r>
              <a:rPr lang="en-US" sz="1000" u="sng" kern="1200">
                <a:solidFill>
                  <a:schemeClr val="tx1"/>
                </a:solidFill>
                <a:effectLst/>
                <a:hlinkClick r:id="rId3"/>
              </a:rPr>
              <a:t>http://169.254.169.254/latest/user-data</a:t>
            </a:r>
            <a:endParaRPr lang="en-US" sz="1000" u="sng" kern="1200">
              <a:solidFill>
                <a:schemeClr val="tx1"/>
              </a:solidFill>
              <a:effectLst/>
            </a:endParaRPr>
          </a:p>
          <a:p>
            <a:endParaRPr lang="en-US" sz="1000" u="sng" kern="1200">
              <a:solidFill>
                <a:schemeClr val="tx1"/>
              </a:solidFill>
              <a:effectLst/>
            </a:endParaRPr>
          </a:p>
          <a:p>
            <a:r>
              <a:rPr lang="en-US" sz="1000" kern="1200">
                <a:solidFill>
                  <a:schemeClr val="tx1"/>
                </a:solidFill>
                <a:effectLst/>
              </a:rPr>
              <a:t>To retrieve user data for an instance use the </a:t>
            </a:r>
            <a:r>
              <a:rPr lang="en-US" sz="1000" i="1" kern="1200">
                <a:solidFill>
                  <a:schemeClr val="tx1"/>
                </a:solidFill>
                <a:effectLst/>
              </a:rPr>
              <a:t>describe-instance-attribute</a:t>
            </a:r>
            <a:r>
              <a:rPr lang="en-US" sz="1000" kern="1200">
                <a:solidFill>
                  <a:schemeClr val="tx1"/>
                </a:solidFill>
                <a:effectLst/>
              </a:rPr>
              <a:t> command in the AWS CLI,</a:t>
            </a:r>
            <a:r>
              <a:rPr lang="en-US" sz="1000" kern="1200" baseline="0">
                <a:solidFill>
                  <a:schemeClr val="tx1"/>
                </a:solidFill>
                <a:effectLst/>
              </a:rPr>
              <a:t> as follows:</a:t>
            </a:r>
            <a:endParaRPr lang="en-US" sz="1000" kern="1200">
              <a:solidFill>
                <a:schemeClr val="tx1"/>
              </a:solidFill>
              <a:effectLst/>
            </a:endParaRPr>
          </a:p>
          <a:p>
            <a:r>
              <a:rPr lang="en-US" sz="1000" b="0" kern="1200">
                <a:solidFill>
                  <a:schemeClr val="tx1"/>
                </a:solidFill>
                <a:effectLst/>
                <a:latin typeface="Courier New" panose="02070309020205020404" pitchFamily="49" charset="0"/>
                <a:cs typeface="Courier New" panose="02070309020205020404" pitchFamily="49" charset="0"/>
              </a:rPr>
              <a:t>aws ec2 describe-instance-attribute --instance-id </a:t>
            </a:r>
            <a:r>
              <a:rPr lang="en-US" sz="1000" b="0" i="1" kern="1200">
                <a:solidFill>
                  <a:schemeClr val="tx1"/>
                </a:solidFill>
                <a:effectLst/>
                <a:latin typeface="Courier New" panose="02070309020205020404" pitchFamily="49" charset="0"/>
                <a:cs typeface="Courier New" panose="02070309020205020404" pitchFamily="49" charset="0"/>
              </a:rPr>
              <a:t>i-1234567890abcdef0</a:t>
            </a:r>
            <a:r>
              <a:rPr lang="en-US" sz="1000" b="0" kern="1200">
                <a:solidFill>
                  <a:schemeClr val="tx1"/>
                </a:solidFill>
                <a:effectLst/>
                <a:latin typeface="Courier New" panose="02070309020205020404" pitchFamily="49" charset="0"/>
                <a:cs typeface="Courier New" panose="02070309020205020404" pitchFamily="49" charset="0"/>
              </a:rPr>
              <a:t> --attribute userData --output text --query "UserData.Value" | base64 --decode</a:t>
            </a:r>
            <a:endParaRPr lang="en-US" sz="1000" b="0">
              <a:effectLst/>
              <a:latin typeface="Courier New" panose="02070309020205020404" pitchFamily="49" charset="0"/>
              <a:cs typeface="Courier New" panose="02070309020205020404" pitchFamily="49" charset="0"/>
            </a:endParaRPr>
          </a:p>
          <a:p>
            <a:r>
              <a:rPr lang="en-US" sz="1000" kern="1200">
                <a:solidFill>
                  <a:schemeClr val="tx1"/>
                </a:solidFill>
                <a:effectLst/>
              </a:rPr>
              <a:t> </a:t>
            </a:r>
          </a:p>
          <a:p>
            <a:r>
              <a:rPr lang="en-US" sz="1000" kern="1200">
                <a:solidFill>
                  <a:schemeClr val="tx1"/>
                </a:solidFill>
                <a:effectLst/>
                <a:cs typeface="Courier New" panose="02070309020205020404" pitchFamily="49" charset="0"/>
              </a:rPr>
              <a:t>Result without the </a:t>
            </a:r>
            <a:r>
              <a:rPr lang="en-US" sz="1000" i="1" kern="1200">
                <a:solidFill>
                  <a:schemeClr val="tx1"/>
                </a:solidFill>
                <a:effectLst/>
                <a:cs typeface="Courier New" panose="02070309020205020404" pitchFamily="49" charset="0"/>
              </a:rPr>
              <a:t>base64 --decode</a:t>
            </a:r>
            <a:r>
              <a:rPr lang="en-US" sz="1000" kern="1200">
                <a:solidFill>
                  <a:schemeClr val="tx1"/>
                </a:solidFill>
                <a:effectLst/>
                <a:cs typeface="Courier New" panose="02070309020205020404" pitchFamily="49" charset="0"/>
              </a:rPr>
              <a:t> command:</a:t>
            </a:r>
          </a:p>
          <a:p>
            <a:endParaRPr lang="en-US" sz="1000" kern="1200">
              <a:solidFill>
                <a:schemeClr val="tx1"/>
              </a:solidFill>
              <a:effectLst/>
              <a:latin typeface="Courier New" panose="02070309020205020404" pitchFamily="49" charset="0"/>
              <a:cs typeface="Courier New" panose="02070309020205020404" pitchFamily="49" charset="0"/>
            </a:endParaRPr>
          </a:p>
          <a:p>
            <a:r>
              <a:rPr lang="en-US" sz="1000" kern="1200">
                <a:solidFill>
                  <a:schemeClr val="tx1"/>
                </a:solidFill>
                <a:effectLst/>
                <a:latin typeface="Courier New" panose="02070309020205020404" pitchFamily="49" charset="0"/>
                <a:cs typeface="Courier New" panose="02070309020205020404" pitchFamily="49" charset="0"/>
              </a:rPr>
              <a:t>{</a:t>
            </a:r>
          </a:p>
          <a:p>
            <a:r>
              <a:rPr lang="en-US" sz="1000" kern="1200">
                <a:solidFill>
                  <a:schemeClr val="tx1"/>
                </a:solidFill>
                <a:effectLst/>
                <a:latin typeface="Courier New" panose="02070309020205020404" pitchFamily="49" charset="0"/>
                <a:cs typeface="Courier New" panose="02070309020205020404" pitchFamily="49" charset="0"/>
              </a:rPr>
              <a:t>    "UserData": {</a:t>
            </a:r>
          </a:p>
          <a:p>
            <a:r>
              <a:rPr lang="en-US" sz="1000" kern="1200">
                <a:solidFill>
                  <a:schemeClr val="tx1"/>
                </a:solidFill>
                <a:effectLst/>
                <a:latin typeface="Courier New" panose="02070309020205020404" pitchFamily="49" charset="0"/>
                <a:cs typeface="Courier New" panose="02070309020205020404" pitchFamily="49" charset="0"/>
              </a:rPr>
              <a:t>        "Value": "IyEvYmluL2Jhc2gKeXVtIHVwZGF0ZSAteQpzZXJ2aWNlIGh0dHBkIHN0YXJ0CmNoa2NvbmZpZyBodHRwZCBvbg=="</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    "InstanceId": "i-1234567890abcdef0"</a:t>
            </a:r>
          </a:p>
          <a:p>
            <a:r>
              <a:rPr lang="en-US" sz="1000" kern="1200">
                <a:solidFill>
                  <a:schemeClr val="tx1"/>
                </a:solidFill>
                <a:effectLst/>
                <a:latin typeface="Courier New" panose="02070309020205020404" pitchFamily="49" charset="0"/>
                <a:cs typeface="Courier New" panose="02070309020205020404" pitchFamily="49" charset="0"/>
              </a:rPr>
              <a:t>}</a:t>
            </a:r>
          </a:p>
          <a:p>
            <a:endParaRPr lang="en-US" sz="1000" kern="1200">
              <a:solidFill>
                <a:schemeClr val="tx1"/>
              </a:solidFill>
              <a:effectLst/>
              <a:latin typeface="Courier New" panose="02070309020205020404" pitchFamily="49" charset="0"/>
              <a:cs typeface="Courier New" panose="02070309020205020404" pitchFamily="49" charset="0"/>
            </a:endParaRPr>
          </a:p>
          <a:p>
            <a:r>
              <a:rPr lang="en-US" sz="1000" kern="1200">
                <a:solidFill>
                  <a:schemeClr val="tx1"/>
                </a:solidFill>
                <a:effectLst/>
                <a:cs typeface="Courier New" panose="02070309020205020404" pitchFamily="49" charset="0"/>
              </a:rPr>
              <a:t>Result with the use of </a:t>
            </a:r>
            <a:r>
              <a:rPr lang="en-US" sz="1000" i="1" kern="1200">
                <a:solidFill>
                  <a:schemeClr val="tx1"/>
                </a:solidFill>
                <a:effectLst/>
                <a:cs typeface="Courier New" panose="02070309020205020404" pitchFamily="49" charset="0"/>
              </a:rPr>
              <a:t>base64 --decode</a:t>
            </a:r>
            <a:r>
              <a:rPr lang="en-US" sz="1000" kern="1200">
                <a:solidFill>
                  <a:schemeClr val="tx1"/>
                </a:solidFill>
                <a:effectLst/>
                <a:cs typeface="Courier New" panose="02070309020205020404" pitchFamily="49" charset="0"/>
              </a:rPr>
              <a:t> command:</a:t>
            </a:r>
          </a:p>
          <a:p>
            <a:r>
              <a:rPr lang="en-US" sz="1000" kern="1200">
                <a:solidFill>
                  <a:schemeClr val="tx1"/>
                </a:solidFill>
                <a:effectLst/>
                <a:latin typeface="Courier New" panose="02070309020205020404" pitchFamily="49" charset="0"/>
                <a:cs typeface="Courier New" panose="02070309020205020404" pitchFamily="49" charset="0"/>
              </a:rPr>
              <a:t> </a:t>
            </a:r>
          </a:p>
          <a:p>
            <a:r>
              <a:rPr lang="en-US" sz="1000" kern="1200">
                <a:solidFill>
                  <a:schemeClr val="tx1"/>
                </a:solidFill>
                <a:effectLst/>
                <a:latin typeface="Courier New" panose="02070309020205020404" pitchFamily="49" charset="0"/>
                <a:cs typeface="Courier New" panose="02070309020205020404" pitchFamily="49" charset="0"/>
              </a:rPr>
              <a:t>#!/bin/bash</a:t>
            </a:r>
          </a:p>
          <a:p>
            <a:r>
              <a:rPr lang="en-US" sz="1000" kern="1200">
                <a:solidFill>
                  <a:schemeClr val="tx1"/>
                </a:solidFill>
                <a:effectLst/>
                <a:latin typeface="Courier New" panose="02070309020205020404" pitchFamily="49" charset="0"/>
                <a:cs typeface="Courier New" panose="02070309020205020404" pitchFamily="49" charset="0"/>
              </a:rPr>
              <a:t>yum update -y</a:t>
            </a:r>
          </a:p>
          <a:p>
            <a:r>
              <a:rPr lang="en-US" sz="1000" kern="1200">
                <a:solidFill>
                  <a:schemeClr val="tx1"/>
                </a:solidFill>
                <a:effectLst/>
                <a:latin typeface="Courier New" panose="02070309020205020404" pitchFamily="49" charset="0"/>
                <a:cs typeface="Courier New" panose="02070309020205020404" pitchFamily="49" charset="0"/>
              </a:rPr>
              <a:t>service httpd start</a:t>
            </a:r>
          </a:p>
          <a:p>
            <a:r>
              <a:rPr lang="en-US" sz="1000" kern="1200">
                <a:solidFill>
                  <a:schemeClr val="tx1"/>
                </a:solidFill>
                <a:effectLst/>
                <a:latin typeface="Courier New" panose="02070309020205020404" pitchFamily="49" charset="0"/>
                <a:cs typeface="Courier New" panose="02070309020205020404" pitchFamily="49" charset="0"/>
              </a:rPr>
              <a:t>chkconfig httpd on</a:t>
            </a:r>
          </a:p>
          <a:p>
            <a:endParaRPr lang="en-US" sz="1000" kern="1200">
              <a:solidFill>
                <a:schemeClr val="tx1"/>
              </a:solidFill>
              <a:effectLst/>
            </a:endParaRPr>
          </a:p>
        </p:txBody>
      </p:sp>
    </p:spTree>
    <p:extLst>
      <p:ext uri="{BB962C8B-B14F-4D97-AF65-F5344CB8AC3E}">
        <p14:creationId xmlns:p14="http://schemas.microsoft.com/office/powerpoint/2010/main" val="29062892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The screen displays</a:t>
            </a:r>
            <a:r>
              <a:rPr lang="en-US" sz="1000" baseline="0"/>
              <a:t> two additional examples of metadata. One specifies the retrieval of a public-hostname, while the other displays the results of retrieving the subnet ID for an instance.</a:t>
            </a:r>
            <a:endParaRPr lang="en-US" sz="1000"/>
          </a:p>
        </p:txBody>
      </p:sp>
    </p:spTree>
    <p:extLst>
      <p:ext uri="{BB962C8B-B14F-4D97-AF65-F5344CB8AC3E}">
        <p14:creationId xmlns:p14="http://schemas.microsoft.com/office/powerpoint/2010/main" val="22555194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a:solidFill>
                  <a:schemeClr val="tx1"/>
                </a:solidFill>
                <a:effectLst/>
              </a:rPr>
              <a:t>Amazon EC2 encourages the use of </a:t>
            </a:r>
            <a:r>
              <a:rPr lang="en-US" sz="1000" b="0" i="1" kern="1200">
                <a:solidFill>
                  <a:schemeClr val="tx1"/>
                </a:solidFill>
                <a:effectLst/>
              </a:rPr>
              <a:t>public-key cryptography </a:t>
            </a:r>
            <a:r>
              <a:rPr lang="en-US" sz="1000" b="0" i="0" kern="1200">
                <a:solidFill>
                  <a:schemeClr val="tx1"/>
                </a:solidFill>
                <a:effectLst/>
              </a:rPr>
              <a:t>to encrypt and decrypt login information. Public-key cryptography uses a public key to encrypt a piece of data, such as a password, and the recipient then uses a private key to decrypt the data. The public and private keys are known as a </a:t>
            </a:r>
            <a:r>
              <a:rPr lang="en-US" sz="1000" b="0" i="1" kern="1200">
                <a:solidFill>
                  <a:schemeClr val="tx1"/>
                </a:solidFill>
                <a:effectLst/>
              </a:rPr>
              <a:t>key pair</a:t>
            </a:r>
            <a:r>
              <a:rPr lang="en-US" sz="1000" b="0" i="0" kern="1200">
                <a:solidFill>
                  <a:schemeClr val="tx1"/>
                </a:solidFill>
                <a:effectLst/>
              </a:rPr>
              <a:t>.</a:t>
            </a:r>
          </a:p>
          <a:p>
            <a:endParaRPr lang="en-US" sz="1000"/>
          </a:p>
          <a:p>
            <a:r>
              <a:rPr lang="en-US" sz="1000" b="0" i="0" kern="1200">
                <a:solidFill>
                  <a:schemeClr val="tx1"/>
                </a:solidFill>
                <a:effectLst/>
              </a:rPr>
              <a:t>To log in to your instance, you must have a key pair that is known and registered in the </a:t>
            </a:r>
            <a:r>
              <a:rPr lang="en-US" sz="1000" b="0" i="1" kern="1200">
                <a:solidFill>
                  <a:schemeClr val="tx1"/>
                </a:solidFill>
                <a:effectLst/>
              </a:rPr>
              <a:t>Secure Shell (SSH)</a:t>
            </a:r>
            <a:r>
              <a:rPr lang="en-US" sz="1000" b="1" i="0" kern="1200">
                <a:solidFill>
                  <a:schemeClr val="tx1"/>
                </a:solidFill>
                <a:effectLst/>
              </a:rPr>
              <a:t> </a:t>
            </a:r>
            <a:r>
              <a:rPr lang="en-US" sz="1000" b="0" i="0" kern="1200">
                <a:solidFill>
                  <a:schemeClr val="tx1"/>
                </a:solidFill>
                <a:effectLst/>
              </a:rPr>
              <a:t>settings of the operating system you are connecting to. Typically, you specify the name of the key pair when you launch the instance. You can create a new key pair and download it as part of the instance launch process, or, when you launch the instance, you can specify a key pair that you already have access to. When the instance is launched,</a:t>
            </a:r>
            <a:r>
              <a:rPr lang="en-US" sz="1000" b="0" i="0" kern="1200" baseline="0">
                <a:solidFill>
                  <a:schemeClr val="tx1"/>
                </a:solidFill>
                <a:effectLst/>
              </a:rPr>
              <a:t> </a:t>
            </a:r>
            <a:r>
              <a:rPr lang="en-US" sz="1000" b="0" i="0" kern="1200">
                <a:solidFill>
                  <a:schemeClr val="tx1"/>
                </a:solidFill>
                <a:effectLst/>
              </a:rPr>
              <a:t>AWS handles the process of configuring the instance to accept the key pair that you specify. After the instance has booted and you want to connect to it, you</a:t>
            </a:r>
            <a:r>
              <a:rPr lang="en-US" sz="1000" b="0" i="0" kern="1200" baseline="0">
                <a:solidFill>
                  <a:schemeClr val="tx1"/>
                </a:solidFill>
                <a:effectLst/>
              </a:rPr>
              <a:t> can </a:t>
            </a:r>
            <a:r>
              <a:rPr lang="en-US" sz="1000" b="0" i="0" kern="1200">
                <a:solidFill>
                  <a:schemeClr val="tx1"/>
                </a:solidFill>
                <a:effectLst/>
              </a:rPr>
              <a:t>use the private key to connect to the instance. </a:t>
            </a:r>
          </a:p>
          <a:p>
            <a:endParaRPr lang="en-US" sz="1000" b="0" i="0" kern="1200">
              <a:solidFill>
                <a:schemeClr val="tx1"/>
              </a:solidFill>
              <a:effectLst/>
            </a:endParaRPr>
          </a:p>
          <a:p>
            <a:r>
              <a:rPr lang="en-US" sz="1000" b="0" i="0" kern="1200">
                <a:solidFill>
                  <a:schemeClr val="tx1"/>
                </a:solidFill>
                <a:effectLst/>
              </a:rPr>
              <a:t>Default SSH settings on Linux instances do not prompt for a password.</a:t>
            </a:r>
            <a:r>
              <a:rPr lang="en-US" sz="1000" b="0" i="0" kern="1200" baseline="0">
                <a:solidFill>
                  <a:schemeClr val="tx1"/>
                </a:solidFill>
                <a:effectLst/>
              </a:rPr>
              <a:t> I</a:t>
            </a:r>
            <a:r>
              <a:rPr lang="en-US" sz="1000" b="0" i="0" kern="1200">
                <a:solidFill>
                  <a:schemeClr val="tx1"/>
                </a:solidFill>
                <a:effectLst/>
              </a:rPr>
              <a:t>nstead,</a:t>
            </a:r>
            <a:r>
              <a:rPr lang="en-US" sz="1000" b="0" i="0" kern="1200" baseline="0">
                <a:solidFill>
                  <a:schemeClr val="tx1"/>
                </a:solidFill>
                <a:effectLst/>
              </a:rPr>
              <a:t> Linux instances </a:t>
            </a:r>
            <a:r>
              <a:rPr lang="en-US" sz="1000" b="0" i="0" kern="1200">
                <a:solidFill>
                  <a:schemeClr val="tx1"/>
                </a:solidFill>
                <a:effectLst/>
              </a:rPr>
              <a:t>expect you to use a key pair to log in,</a:t>
            </a:r>
            <a:r>
              <a:rPr lang="en-US" sz="1000" b="0" i="0" kern="1200" baseline="0">
                <a:solidFill>
                  <a:schemeClr val="tx1"/>
                </a:solidFill>
                <a:effectLst/>
              </a:rPr>
              <a:t> al</a:t>
            </a:r>
            <a:r>
              <a:rPr lang="en-US" sz="1000" b="0" i="0" kern="1200">
                <a:solidFill>
                  <a:schemeClr val="tx1"/>
                </a:solidFill>
                <a:effectLst/>
              </a:rPr>
              <a:t>though you can configure</a:t>
            </a:r>
            <a:r>
              <a:rPr lang="en-US" sz="1000" b="0" i="0" kern="1200" baseline="0">
                <a:solidFill>
                  <a:schemeClr val="tx1"/>
                </a:solidFill>
                <a:effectLst/>
              </a:rPr>
              <a:t> </a:t>
            </a:r>
            <a:r>
              <a:rPr lang="en-US" sz="1000" b="0" i="0" kern="1200">
                <a:solidFill>
                  <a:schemeClr val="tx1"/>
                </a:solidFill>
                <a:effectLst/>
              </a:rPr>
              <a:t>this process with custom AMIs. With Windows instances, you typically use a key pair to decrypt the Administrator password and then log in by using Remote Desktop Protocol (RDP).</a:t>
            </a:r>
          </a:p>
          <a:p>
            <a:endParaRPr lang="en-US" sz="1000" b="0" i="0" kern="1200">
              <a:solidFill>
                <a:schemeClr val="tx1"/>
              </a:solidFill>
              <a:effectLst/>
            </a:endParaRPr>
          </a:p>
          <a:p>
            <a:r>
              <a:rPr lang="en-US" sz="1000"/>
              <a:t>For more information on Amazon EC2 Key Pairs, see</a:t>
            </a:r>
            <a:r>
              <a:rPr lang="en-US" sz="1000" baseline="0"/>
              <a:t> </a:t>
            </a:r>
            <a:r>
              <a:rPr lang="en-US" sz="1000" baseline="0">
                <a:hlinkClick r:id="rId3"/>
              </a:rPr>
              <a:t>http://docs.aws.amazon.com/AWSEC2/latest/UserGuide/ec2-key-pairs.html</a:t>
            </a:r>
            <a:r>
              <a:rPr lang="en-US" sz="1000"/>
              <a:t> </a:t>
            </a:r>
          </a:p>
        </p:txBody>
      </p:sp>
    </p:spTree>
    <p:extLst>
      <p:ext uri="{BB962C8B-B14F-4D97-AF65-F5344CB8AC3E}">
        <p14:creationId xmlns:p14="http://schemas.microsoft.com/office/powerpoint/2010/main" val="2767959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b="0" i="0" kern="1200">
                <a:solidFill>
                  <a:schemeClr val="tx1"/>
                </a:solidFill>
                <a:effectLst/>
              </a:rPr>
              <a:t>In order to provide visibility into the state of instances, AWS provides the ability to generate and capture a screenshot of the instance console from the </a:t>
            </a:r>
            <a:r>
              <a:rPr lang="en-US" sz="1000" b="0" i="1" kern="1200">
                <a:solidFill>
                  <a:schemeClr val="tx1"/>
                </a:solidFill>
                <a:effectLst/>
              </a:rPr>
              <a:t>AWS Management Console</a:t>
            </a:r>
            <a:r>
              <a:rPr lang="en-US" sz="1000" b="0" i="0" kern="1200">
                <a:solidFill>
                  <a:schemeClr val="tx1"/>
                </a:solidFill>
                <a:effectLst/>
              </a:rPr>
              <a:t>.</a:t>
            </a:r>
          </a:p>
          <a:p>
            <a:pPr defTabSz="440695">
              <a:defRPr/>
            </a:pPr>
            <a:endParaRPr lang="en-US" sz="1000" b="0" i="0" kern="1200">
              <a:solidFill>
                <a:schemeClr val="tx1"/>
              </a:solidFill>
              <a:effectLst/>
            </a:endParaRPr>
          </a:p>
          <a:p>
            <a:r>
              <a:rPr lang="en-US" sz="1000" b="0" i="0" kern="1200">
                <a:solidFill>
                  <a:schemeClr val="tx1"/>
                </a:solidFill>
                <a:effectLst/>
              </a:rPr>
              <a:t>To help protect against data loss caused by accidental termination of an Amazon EC2 instance, consider enabling </a:t>
            </a:r>
            <a:r>
              <a:rPr lang="en-US" sz="1000" b="0" i="1" kern="1200">
                <a:solidFill>
                  <a:schemeClr val="tx1"/>
                </a:solidFill>
                <a:effectLst/>
              </a:rPr>
              <a:t>termination protection</a:t>
            </a:r>
            <a:r>
              <a:rPr lang="en-US" sz="1000" b="0" i="0" kern="1200">
                <a:solidFill>
                  <a:schemeClr val="tx1"/>
                </a:solidFill>
                <a:effectLst/>
              </a:rPr>
              <a:t>. Termination protection prevents an instance from being accidentally terminated by requiring that termination protection first be disabled before the instance can be terminated. </a:t>
            </a:r>
            <a:endParaRPr lang="en-US" sz="1000">
              <a:effectLst/>
            </a:endParaRPr>
          </a:p>
          <a:p>
            <a:pPr defTabSz="440695">
              <a:defRPr/>
            </a:pPr>
            <a:endParaRPr lang="en-US" sz="1000">
              <a:effectLst/>
            </a:endParaRPr>
          </a:p>
          <a:p>
            <a:pPr defTabSz="440695">
              <a:defRPr/>
            </a:pPr>
            <a:r>
              <a:rPr lang="en-US" sz="1000"/>
              <a:t>Each EC2 instance performs </a:t>
            </a:r>
            <a:r>
              <a:rPr lang="en-US" sz="1000" b="0" i="1"/>
              <a:t>source/destination checks </a:t>
            </a:r>
            <a:r>
              <a:rPr lang="en-US" sz="1000"/>
              <a:t>by default. This means that the instance must be the source or destination of any traffic that it sends or receives. However, a </a:t>
            </a:r>
            <a:r>
              <a:rPr lang="en-US" sz="1000" b="0" i="1"/>
              <a:t>network address translation (NAT) instance</a:t>
            </a:r>
            <a:r>
              <a:rPr lang="en-US" sz="1000" b="1"/>
              <a:t> </a:t>
            </a:r>
            <a:r>
              <a:rPr lang="en-US" sz="1000"/>
              <a:t>must be able to send and receive traffic when the source or destination is not itself. Therefore, you must disable source/destination checks on the NAT instance.</a:t>
            </a:r>
          </a:p>
        </p:txBody>
      </p:sp>
    </p:spTree>
    <p:extLst>
      <p:ext uri="{BB962C8B-B14F-4D97-AF65-F5344CB8AC3E}">
        <p14:creationId xmlns:p14="http://schemas.microsoft.com/office/powerpoint/2010/main" val="2317758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Here you see an example </a:t>
            </a:r>
            <a:r>
              <a:rPr lang="en-US" sz="1000" b="0" i="1"/>
              <a:t>AWS CLI command</a:t>
            </a:r>
            <a:r>
              <a:rPr lang="en-US" sz="1000" b="0" i="0" baseline="0"/>
              <a:t> that</a:t>
            </a:r>
            <a:r>
              <a:rPr lang="en-US" sz="1000"/>
              <a:t> will launch an EC2 instance. Notice all the parameters that are specified in the command, most of which were just described in detail in the previous slides. </a:t>
            </a:r>
          </a:p>
          <a:p>
            <a:pPr marL="171450" indent="-171450">
              <a:buFont typeface="Arial" panose="020B0604020202020204" pitchFamily="34" charset="0"/>
              <a:buChar char="•"/>
            </a:pPr>
            <a:r>
              <a:rPr lang="en-US" sz="1000"/>
              <a:t>The </a:t>
            </a:r>
            <a:r>
              <a:rPr lang="en-US" sz="1000" b="0" i="1"/>
              <a:t>subnet-id</a:t>
            </a:r>
            <a:r>
              <a:rPr lang="en-US" sz="1000"/>
              <a:t> parameter is optional. If you do not specify one, the instance will be launched in the default subnet of the default VPC. </a:t>
            </a:r>
          </a:p>
          <a:p>
            <a:pPr marL="171450" indent="-171450">
              <a:buFont typeface="Arial" panose="020B0604020202020204" pitchFamily="34" charset="0"/>
              <a:buChar char="•"/>
            </a:pPr>
            <a:r>
              <a:rPr lang="en-US" sz="1000"/>
              <a:t>The </a:t>
            </a:r>
            <a:r>
              <a:rPr lang="en-US" sz="1000" b="0" i="1"/>
              <a:t>tag-specifications</a:t>
            </a:r>
            <a:r>
              <a:rPr lang="en-US" sz="1000"/>
              <a:t> parameter allows you to apply tags, such as a </a:t>
            </a:r>
            <a:r>
              <a:rPr lang="en-US" sz="1000" b="0"/>
              <a:t>Name</a:t>
            </a:r>
            <a:r>
              <a:rPr lang="en-US" sz="1000"/>
              <a:t> value to the instance.  </a:t>
            </a:r>
          </a:p>
          <a:p>
            <a:endParaRPr lang="en-US" sz="1000"/>
          </a:p>
          <a:p>
            <a:r>
              <a:rPr lang="en-US" sz="1000"/>
              <a:t>There are many more parameters and options that can be specified when you run the </a:t>
            </a:r>
            <a:r>
              <a:rPr lang="en-US" sz="1000">
                <a:latin typeface="Courier New" panose="02070309020205020404" pitchFamily="49" charset="0"/>
                <a:cs typeface="Courier New" panose="02070309020205020404" pitchFamily="49" charset="0"/>
              </a:rPr>
              <a:t>run-instances</a:t>
            </a:r>
            <a:r>
              <a:rPr lang="en-US" sz="1000"/>
              <a:t> command. The AWS CLI Command Reference page at https://docs.aws.amazon.com/cli/latest/reference/ec2/run-instances.html provides all the details  </a:t>
            </a:r>
          </a:p>
        </p:txBody>
      </p:sp>
    </p:spTree>
    <p:extLst>
      <p:ext uri="{BB962C8B-B14F-4D97-AF65-F5344CB8AC3E}">
        <p14:creationId xmlns:p14="http://schemas.microsoft.com/office/powerpoint/2010/main" val="19989692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latin typeface="+mn-lt"/>
              </a:rPr>
              <a:t>Some key</a:t>
            </a:r>
            <a:r>
              <a:rPr lang="en-US" sz="1000" baseline="0">
                <a:latin typeface="+mn-lt"/>
              </a:rPr>
              <a:t> </a:t>
            </a:r>
            <a:r>
              <a:rPr lang="en-US" sz="1000"/>
              <a:t>t</a:t>
            </a:r>
            <a:r>
              <a:rPr lang="en-US" sz="1000" baseline="0">
                <a:latin typeface="+mn-lt"/>
              </a:rPr>
              <a:t>akeaways from this module include:</a:t>
            </a:r>
            <a:endParaRPr lang="en-US" sz="1000">
              <a:solidFill>
                <a:srgbClr val="000000"/>
              </a:solidFill>
              <a:latin typeface="+mn-lt"/>
              <a:ea typeface="Amazon Ember" panose="02000000000000000000" pitchFamily="2" charset="0"/>
              <a:cs typeface="Amazon Ember Light" panose="020B0403020204020204" pitchFamily="34" charset="0"/>
            </a:endParaRPr>
          </a:p>
          <a:p>
            <a:pPr marL="171450" lvl="0" indent="-171450">
              <a:spcBef>
                <a:spcPts val="600"/>
              </a:spcBef>
              <a:spcAft>
                <a:spcPts val="600"/>
              </a:spcAft>
              <a:buFont typeface="Arial" panose="020B0604020202020204" pitchFamily="34" charset="0"/>
              <a:buChar char="•"/>
            </a:pPr>
            <a:r>
              <a:rPr lang="en-US" sz="1000">
                <a:solidFill>
                  <a:srgbClr val="000000"/>
                </a:solidFill>
                <a:latin typeface="+mn-lt"/>
                <a:ea typeface="Amazon Ember" panose="02000000000000000000" pitchFamily="2" charset="0"/>
                <a:cs typeface="Amazon Ember Light" panose="020B0403020204020204" pitchFamily="34" charset="0"/>
              </a:rPr>
              <a:t>Permanent access keys should not be stored on EC2 instances because credentials could be compromised.</a:t>
            </a:r>
          </a:p>
          <a:p>
            <a:pPr marL="171450" marR="0" lvl="0" indent="-1714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1000">
                <a:solidFill>
                  <a:srgbClr val="000000"/>
                </a:solidFill>
                <a:latin typeface="+mn-lt"/>
                <a:ea typeface="Amazon Ember" panose="02000000000000000000" pitchFamily="2" charset="0"/>
                <a:cs typeface="Amazon Ember Light" panose="020B0403020204020204" pitchFamily="34" charset="0"/>
              </a:rPr>
              <a:t>Choose an instance type that best suits your application requirement. If required, change instance type in future.</a:t>
            </a:r>
            <a:endParaRPr kumimoji="0" lang="en-US" sz="1000" b="0" i="0" u="none" strike="noStrike" kern="1200" cap="none" spc="0" normalizeH="0" baseline="0" noProof="0">
              <a:ln>
                <a:noFill/>
              </a:ln>
              <a:solidFill>
                <a:srgbClr val="000000"/>
              </a:solidFill>
              <a:effectLst/>
              <a:uLnTx/>
              <a:uFillTx/>
              <a:latin typeface="+mn-lt"/>
              <a:ea typeface="Amazon Ember" panose="02000000000000000000" pitchFamily="2" charset="0"/>
              <a:cs typeface="Amazon Ember Light" panose="020B0403020204020204" pitchFamily="34" charset="0"/>
            </a:endParaRPr>
          </a:p>
          <a:p>
            <a:pPr marL="171450" lvl="0" indent="-171450">
              <a:spcBef>
                <a:spcPts val="600"/>
              </a:spcBef>
              <a:spcAft>
                <a:spcPts val="600"/>
              </a:spcAft>
              <a:buFont typeface="Arial" panose="020B0604020202020204" pitchFamily="34" charset="0"/>
              <a:buChar char="•"/>
            </a:pPr>
            <a:r>
              <a:rPr lang="en-US" sz="1000">
                <a:solidFill>
                  <a:srgbClr val="000000"/>
                </a:solidFill>
                <a:ea typeface="Amazon Ember" panose="02000000000000000000" pitchFamily="2" charset="0"/>
                <a:cs typeface="Amazon Ember Light" panose="020B0403020204020204" pitchFamily="34" charset="0"/>
              </a:rPr>
              <a:t>Block storage</a:t>
            </a:r>
            <a:r>
              <a:rPr lang="en-US" sz="1000" baseline="0">
                <a:solidFill>
                  <a:srgbClr val="000000"/>
                </a:solidFill>
                <a:ea typeface="Amazon Ember" panose="02000000000000000000" pitchFamily="2" charset="0"/>
                <a:cs typeface="Amazon Ember Light" panose="020B0403020204020204" pitchFamily="34" charset="0"/>
              </a:rPr>
              <a:t> options include:</a:t>
            </a:r>
          </a:p>
          <a:p>
            <a:pPr marL="628650" lvl="1" indent="-171450">
              <a:spcBef>
                <a:spcPts val="600"/>
              </a:spcBef>
              <a:spcAft>
                <a:spcPts val="600"/>
              </a:spcAft>
              <a:buFont typeface="Arial" panose="020B0604020202020204" pitchFamily="34" charset="0"/>
              <a:buChar char="•"/>
            </a:pPr>
            <a:r>
              <a:rPr lang="en-US" sz="1000"/>
              <a:t>Solid state drives (SSD):</a:t>
            </a:r>
          </a:p>
          <a:p>
            <a:pPr marL="1085850" lvl="2" indent="-171450">
              <a:spcBef>
                <a:spcPts val="600"/>
              </a:spcBef>
              <a:spcAft>
                <a:spcPts val="600"/>
              </a:spcAft>
              <a:buFont typeface="Arial" panose="020B0604020202020204" pitchFamily="34" charset="0"/>
              <a:buChar char="•"/>
            </a:pPr>
            <a:r>
              <a:rPr lang="it-IT" sz="1000"/>
              <a:t>Provisioned IOPS SSD (io1) volumes</a:t>
            </a:r>
          </a:p>
          <a:p>
            <a:pPr marL="1085850" lvl="2" indent="-171450">
              <a:spcBef>
                <a:spcPts val="600"/>
              </a:spcBef>
              <a:spcAft>
                <a:spcPts val="600"/>
              </a:spcAft>
              <a:buFont typeface="Arial" panose="020B0604020202020204" pitchFamily="34" charset="0"/>
              <a:buChar char="•"/>
            </a:pPr>
            <a:r>
              <a:rPr lang="en-US" sz="1000"/>
              <a:t>General purpose SSD (gp2) volumes</a:t>
            </a:r>
          </a:p>
          <a:p>
            <a:pPr marL="628650" lvl="1" indent="-171450">
              <a:spcBef>
                <a:spcPts val="600"/>
              </a:spcBef>
              <a:spcAft>
                <a:spcPts val="600"/>
              </a:spcAft>
              <a:buFont typeface="Arial" panose="020B0604020202020204" pitchFamily="34" charset="0"/>
              <a:buChar char="•"/>
            </a:pPr>
            <a:r>
              <a:rPr lang="en-US" sz="1000"/>
              <a:t>Hard disk drives (HDD):</a:t>
            </a:r>
          </a:p>
          <a:p>
            <a:pPr marL="1085850" lvl="2" indent="-171450">
              <a:spcBef>
                <a:spcPts val="600"/>
              </a:spcBef>
              <a:spcAft>
                <a:spcPts val="600"/>
              </a:spcAft>
              <a:buFont typeface="Arial" panose="020B0604020202020204" pitchFamily="34" charset="0"/>
              <a:buChar char="•"/>
            </a:pPr>
            <a:r>
              <a:rPr lang="en-US" sz="1000"/>
              <a:t>Throughput optimized HDD (st1) volumes</a:t>
            </a:r>
          </a:p>
          <a:p>
            <a:pPr marL="1085850" lvl="2" indent="-171450">
              <a:spcBef>
                <a:spcPts val="600"/>
              </a:spcBef>
              <a:spcAft>
                <a:spcPts val="600"/>
              </a:spcAft>
              <a:buFont typeface="Arial" panose="020B0604020202020204" pitchFamily="34" charset="0"/>
              <a:buChar char="•"/>
            </a:pPr>
            <a:r>
              <a:rPr lang="en-US" sz="1000"/>
              <a:t>Cold HDD (sc1) volumes</a:t>
            </a:r>
          </a:p>
          <a:p>
            <a:pPr marL="171450" marR="0" lvl="0" indent="-17145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sz="1000"/>
              <a:t>Metadata about a running EC2 instance is accessible from within the instance at runtime. This metadata can be used to configure or manage the instance or to provide other applications access to information about the instance.</a:t>
            </a:r>
          </a:p>
          <a:p>
            <a:pPr marL="171450" lvl="0" indent="-171450">
              <a:spcBef>
                <a:spcPts val="600"/>
              </a:spcBef>
              <a:spcAft>
                <a:spcPts val="600"/>
              </a:spcAft>
              <a:buFont typeface="Arial" panose="020B0604020202020204" pitchFamily="34" charset="0"/>
              <a:buChar char="•"/>
            </a:pPr>
            <a:endParaRPr lang="en-US" sz="1000">
              <a:solidFill>
                <a:srgbClr val="000000"/>
              </a:solidFill>
              <a:ea typeface="Amazon Ember" panose="02000000000000000000" pitchFamily="2" charset="0"/>
              <a:cs typeface="Amazon Ember Light" panose="020B0403020204020204" pitchFamily="34" charset="0"/>
            </a:endParaRPr>
          </a:p>
          <a:p>
            <a:pPr marL="171450" lvl="0" indent="-171450">
              <a:spcBef>
                <a:spcPts val="600"/>
              </a:spcBef>
              <a:spcAft>
                <a:spcPts val="600"/>
              </a:spcAft>
              <a:buFont typeface="Arial" panose="020B0604020202020204" pitchFamily="34" charset="0"/>
              <a:buChar char="•"/>
            </a:pPr>
            <a:endParaRPr lang="en-US" sz="1000">
              <a:solidFill>
                <a:srgbClr val="000000"/>
              </a:solidFill>
              <a:ea typeface="Amazon Ember" panose="02000000000000000000" pitchFamily="2" charset="0"/>
              <a:cs typeface="Amazon Ember Light" panose="020B0403020204020204" pitchFamily="34" charset="0"/>
            </a:endParaRPr>
          </a:p>
        </p:txBody>
      </p:sp>
    </p:spTree>
    <p:extLst>
      <p:ext uri="{BB962C8B-B14F-4D97-AF65-F5344CB8AC3E}">
        <p14:creationId xmlns:p14="http://schemas.microsoft.com/office/powerpoint/2010/main" val="31138226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The module will now explore </a:t>
            </a:r>
            <a:r>
              <a:rPr lang="en-US" sz="1000">
                <a:cs typeface="Arial"/>
              </a:rPr>
              <a:t>how to manage AWS EC2 instances.</a:t>
            </a:r>
          </a:p>
        </p:txBody>
      </p:sp>
    </p:spTree>
    <p:extLst>
      <p:ext uri="{BB962C8B-B14F-4D97-AF65-F5344CB8AC3E}">
        <p14:creationId xmlns:p14="http://schemas.microsoft.com/office/powerpoint/2010/main" val="83683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a:t>Instances can be in different states:</a:t>
            </a:r>
          </a:p>
          <a:p>
            <a:pPr marL="171450" indent="-171450" defTabSz="440695">
              <a:buFont typeface="Arial" panose="020B0604020202020204" pitchFamily="34" charset="0"/>
              <a:buChar char="•"/>
              <a:defRPr/>
            </a:pPr>
            <a:r>
              <a:rPr lang="en-US" sz="1000" b="1"/>
              <a:t>Pending</a:t>
            </a:r>
            <a:r>
              <a:rPr lang="en-US" sz="1000"/>
              <a:t>—As shown in the diagram, an</a:t>
            </a:r>
            <a:r>
              <a:rPr lang="en-US" sz="1000" baseline="0"/>
              <a:t> instance enters the </a:t>
            </a:r>
            <a:r>
              <a:rPr lang="en-US" sz="1000" b="0" i="1" baseline="0"/>
              <a:t>Pending</a:t>
            </a:r>
            <a:r>
              <a:rPr lang="en-US" sz="1000" baseline="0"/>
              <a:t> state when it is first launched or started. </a:t>
            </a:r>
          </a:p>
          <a:p>
            <a:pPr marL="171450" indent="-171450" defTabSz="440695">
              <a:buFont typeface="Arial" panose="020B0604020202020204" pitchFamily="34" charset="0"/>
              <a:buChar char="•"/>
              <a:defRPr/>
            </a:pPr>
            <a:r>
              <a:rPr lang="en-US" sz="1000" b="1" baseline="0"/>
              <a:t>Running</a:t>
            </a:r>
            <a:r>
              <a:rPr lang="en-US" sz="1000" baseline="0"/>
              <a:t>—After the instance's operating system has booted, and the instance has passed a system status check and an instance status check, the instance is in a </a:t>
            </a:r>
            <a:r>
              <a:rPr lang="en-US" sz="1000" b="0" i="1" baseline="0"/>
              <a:t>running</a:t>
            </a:r>
            <a:r>
              <a:rPr lang="en-US" sz="1000" baseline="0"/>
              <a:t> state.</a:t>
            </a:r>
          </a:p>
          <a:p>
            <a:pPr marL="171450" indent="-171450" defTabSz="440695">
              <a:buFont typeface="Arial" panose="020B0604020202020204" pitchFamily="34" charset="0"/>
              <a:buChar char="•"/>
              <a:defRPr/>
            </a:pPr>
            <a:r>
              <a:rPr lang="en-US" sz="1000" b="1" baseline="0"/>
              <a:t>Stopped or Terminated</a:t>
            </a:r>
            <a:r>
              <a:rPr lang="en-US" sz="1000" b="0" baseline="0"/>
              <a:t>—From</a:t>
            </a:r>
            <a:r>
              <a:rPr lang="en-US" sz="1000" b="1" baseline="0"/>
              <a:t> </a:t>
            </a:r>
            <a:r>
              <a:rPr lang="en-US" sz="1000" baseline="0"/>
              <a:t>a running state, an instance can be </a:t>
            </a:r>
            <a:r>
              <a:rPr lang="en-US" sz="1000" b="0" i="1" baseline="0"/>
              <a:t>stopped</a:t>
            </a:r>
            <a:r>
              <a:rPr lang="en-US" sz="1000" b="0" i="0" baseline="0"/>
              <a:t>; h</a:t>
            </a:r>
            <a:r>
              <a:rPr lang="en-US" sz="1000" i="0" baseline="0"/>
              <a:t>owever, instances that use an </a:t>
            </a:r>
            <a:r>
              <a:rPr lang="en-US" sz="1000" b="0" i="1" baseline="0"/>
              <a:t>instance store </a:t>
            </a:r>
            <a:r>
              <a:rPr lang="en-US" sz="1000" b="0" i="0" baseline="0"/>
              <a:t>(</a:t>
            </a:r>
            <a:r>
              <a:rPr lang="en-US" sz="1000" i="0" baseline="0"/>
              <a:t>instead of a </a:t>
            </a:r>
            <a:r>
              <a:rPr lang="en-US" sz="1000" baseline="0"/>
              <a:t>durable EBS volume for the root volume) cannot be stopped, only </a:t>
            </a:r>
            <a:r>
              <a:rPr lang="en-US" sz="1000" i="1" baseline="0"/>
              <a:t>terminated</a:t>
            </a:r>
            <a:r>
              <a:rPr lang="en-US" sz="1000" baseline="0"/>
              <a:t>. Instances that have an EBS root volume can be either stopped or terminated. During the termination process the instance will first be stopped and then it will be terminated</a:t>
            </a:r>
          </a:p>
          <a:p>
            <a:pPr marL="171450" indent="-171450" defTabSz="440695">
              <a:buFont typeface="Arial" panose="020B0604020202020204" pitchFamily="34" charset="0"/>
              <a:buChar char="•"/>
              <a:defRPr/>
            </a:pPr>
            <a:r>
              <a:rPr lang="en-US" sz="1000" b="1" baseline="0"/>
              <a:t>Restarted</a:t>
            </a:r>
            <a:r>
              <a:rPr lang="en-US" sz="1000" baseline="0"/>
              <a:t>—An instance can also be </a:t>
            </a:r>
            <a:r>
              <a:rPr lang="en-US" sz="1000" b="0" i="1" baseline="0"/>
              <a:t>restarted</a:t>
            </a:r>
            <a:r>
              <a:rPr lang="en-US" sz="1000" baseline="0"/>
              <a:t> (either from a stopped state or from an already running state).</a:t>
            </a:r>
          </a:p>
          <a:p>
            <a:pPr defTabSz="440695">
              <a:defRPr/>
            </a:pPr>
            <a:endParaRPr lang="en-US" sz="1000" baseline="0"/>
          </a:p>
          <a:p>
            <a:pPr defTabSz="440695">
              <a:defRPr/>
            </a:pPr>
            <a:r>
              <a:rPr lang="en-US" sz="1000" baseline="0"/>
              <a:t>As soon as an instance reaches the </a:t>
            </a:r>
            <a:r>
              <a:rPr lang="en-US" sz="1000" b="0" i="0" baseline="0"/>
              <a:t>running</a:t>
            </a:r>
            <a:r>
              <a:rPr lang="en-US" sz="1000" baseline="0"/>
              <a:t> state, billing for the instance begins. Linux instances launched as On-Demand Instances, Reserved Instances, or Spot Instances are billed in 1 second increments. Other instance types are billed per hour. An instance can be rebooted without restarting the billing cycle. However, if an instance is stopped and then restarted, a new billing hour will begin immediately on restart. </a:t>
            </a:r>
          </a:p>
          <a:p>
            <a:pPr defTabSz="440695">
              <a:defRPr/>
            </a:pPr>
            <a:endParaRPr lang="en-US" sz="1000" baseline="0"/>
          </a:p>
          <a:p>
            <a:pPr defTabSz="440695">
              <a:defRPr/>
            </a:pPr>
            <a:r>
              <a:rPr lang="en-US" sz="1000" baseline="0"/>
              <a:t>If you stop an instance that has a </a:t>
            </a:r>
            <a:r>
              <a:rPr lang="en-US" sz="1000" b="0" i="1" baseline="0"/>
              <a:t>public IP address </a:t>
            </a:r>
            <a:r>
              <a:rPr lang="en-US" sz="1000" baseline="0"/>
              <a:t>assigned to it, and then later start it again, it will receive a new public IP address when it starts again; however, if you only reboot the instance, the public IP address will be retained. </a:t>
            </a:r>
          </a:p>
          <a:p>
            <a:pPr defTabSz="440695">
              <a:defRPr/>
            </a:pPr>
            <a:endParaRPr lang="en-US" sz="1000" b="0" i="1" u="none" baseline="0"/>
          </a:p>
          <a:p>
            <a:pPr defTabSz="440695">
              <a:defRPr/>
            </a:pPr>
            <a:r>
              <a:rPr lang="en-US" sz="1000" b="0" i="1" u="none" baseline="0"/>
              <a:t>Elastic IP addresses </a:t>
            </a:r>
            <a:r>
              <a:rPr lang="en-US" sz="1000" baseline="0"/>
              <a:t>remain associated with an instance even if it is stopped. However, if the instance is terminated, the elastic IP address becomes disassociated from the instance.</a:t>
            </a:r>
          </a:p>
          <a:p>
            <a:pPr defTabSz="440695">
              <a:defRPr/>
            </a:pPr>
            <a:endParaRPr lang="en-US" sz="1000" baseline="0"/>
          </a:p>
        </p:txBody>
      </p:sp>
    </p:spTree>
    <p:extLst>
      <p:ext uri="{BB962C8B-B14F-4D97-AF65-F5344CB8AC3E}">
        <p14:creationId xmlns:p14="http://schemas.microsoft.com/office/powerpoint/2010/main" val="41139454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a:t>It is a best practice to regard EC2 instances as ephemeral resources that can be built up, torn down, and rebuilt at a moment’s notice. For those who</a:t>
            </a:r>
            <a:r>
              <a:rPr lang="en-US" sz="1000" baseline="0"/>
              <a:t> are </a:t>
            </a:r>
            <a:r>
              <a:rPr lang="en-US" sz="1000"/>
              <a:t>new to the cloud computing paradigm, this might be a new concept.</a:t>
            </a:r>
          </a:p>
          <a:p>
            <a:pPr defTabSz="440695">
              <a:defRPr/>
            </a:pPr>
            <a:endParaRPr lang="en-US" sz="1000"/>
          </a:p>
          <a:p>
            <a:pPr defTabSz="440695">
              <a:defRPr/>
            </a:pPr>
            <a:r>
              <a:rPr lang="en-US" sz="1000"/>
              <a:t>There are many situations in the cloud where there is a need to build a new server from scratch, including: </a:t>
            </a:r>
          </a:p>
          <a:p>
            <a:pPr defTabSz="440695">
              <a:defRPr/>
            </a:pPr>
            <a:endParaRPr lang="en-US" sz="1000"/>
          </a:p>
          <a:p>
            <a:pPr marL="165261" indent="-165261" defTabSz="440695">
              <a:buFont typeface="Arial" panose="020B0604020202020204" pitchFamily="34" charset="0"/>
              <a:buChar char="•"/>
              <a:defRPr/>
            </a:pPr>
            <a:r>
              <a:rPr lang="en-US" sz="1000" b="0" i="1"/>
              <a:t>Auto Scaling: </a:t>
            </a:r>
            <a:r>
              <a:rPr lang="en-US" sz="1000"/>
              <a:t>You</a:t>
            </a:r>
            <a:r>
              <a:rPr lang="en-US" sz="1000" baseline="0"/>
              <a:t> might have solutions that </a:t>
            </a:r>
            <a:r>
              <a:rPr lang="en-US" sz="1000"/>
              <a:t>require the ability to deploy new instances without human intervention. </a:t>
            </a:r>
          </a:p>
          <a:p>
            <a:pPr marL="165261" indent="-165261" defTabSz="440695">
              <a:buFont typeface="Arial" panose="020B0604020202020204" pitchFamily="34" charset="0"/>
              <a:buChar char="•"/>
              <a:defRPr/>
            </a:pPr>
            <a:endParaRPr lang="en-US" sz="1000" b="1"/>
          </a:p>
          <a:p>
            <a:pPr marL="165261" indent="-165261" defTabSz="440695">
              <a:buFont typeface="Arial" panose="020B0604020202020204" pitchFamily="34" charset="0"/>
              <a:buChar char="•"/>
              <a:defRPr/>
            </a:pPr>
            <a:r>
              <a:rPr lang="en-US" sz="1000" b="0" i="1"/>
              <a:t>Cost savings: </a:t>
            </a:r>
            <a:r>
              <a:rPr lang="en-US" sz="1000"/>
              <a:t>You may decide that you do not need to keep an instance around for the time being, but you </a:t>
            </a:r>
            <a:r>
              <a:rPr lang="en-US" sz="1000" i="1"/>
              <a:t>do</a:t>
            </a:r>
            <a:r>
              <a:rPr lang="en-US" sz="1000"/>
              <a:t> need the ability to recreate it on a short notice. Batch processing use cases typically fall under this category. </a:t>
            </a:r>
          </a:p>
          <a:p>
            <a:pPr marL="0" indent="0" defTabSz="440695">
              <a:buFont typeface="Arial" panose="020B0604020202020204" pitchFamily="34" charset="0"/>
              <a:buNone/>
              <a:defRPr/>
            </a:pPr>
            <a:endParaRPr lang="en-US" sz="1000"/>
          </a:p>
          <a:p>
            <a:pPr marL="165261" indent="-165261" defTabSz="440695">
              <a:buFont typeface="Arial" panose="020B0604020202020204" pitchFamily="34" charset="0"/>
              <a:buChar char="•"/>
              <a:defRPr/>
            </a:pPr>
            <a:r>
              <a:rPr lang="en-US" sz="1000" b="0" i="1"/>
              <a:t>Downgrading</a:t>
            </a:r>
            <a:r>
              <a:rPr lang="en-US" sz="1000" i="1" u="none"/>
              <a:t>:</a:t>
            </a:r>
            <a:r>
              <a:rPr lang="en-US" sz="1000"/>
              <a:t> You might want to downgrade an instance in some way to save on costs. For example, you can downgrade from having the instance run on hardware that is dedicated to you as a single customer to hardware that has shared tenancy. Or, you might want downgrade the size of an instance, for example, from t2.xlarge to t2.large. </a:t>
            </a:r>
          </a:p>
          <a:p>
            <a:pPr marL="165261" indent="-165261" defTabSz="440695">
              <a:buFont typeface="Arial" panose="020B0604020202020204" pitchFamily="34" charset="0"/>
              <a:buChar char="•"/>
              <a:defRPr/>
            </a:pPr>
            <a:endParaRPr lang="en-US" sz="1000" b="1"/>
          </a:p>
          <a:p>
            <a:pPr marL="165261" indent="-165261" defTabSz="440695">
              <a:buFont typeface="Arial" panose="020B0604020202020204" pitchFamily="34" charset="0"/>
              <a:buChar char="•"/>
              <a:defRPr/>
            </a:pPr>
            <a:r>
              <a:rPr lang="en-US" sz="1000" b="0" i="1"/>
              <a:t>Repairing impaired instances: </a:t>
            </a:r>
            <a:r>
              <a:rPr lang="en-US" sz="1000"/>
              <a:t>If the guest operating system</a:t>
            </a:r>
            <a:r>
              <a:rPr lang="en-US" sz="1000" baseline="0"/>
              <a:t> </a:t>
            </a:r>
            <a:r>
              <a:rPr lang="en-US" sz="1000"/>
              <a:t>of an instance that is running on instance storage is impaired, and a reboot does not fix the problem, you may need to discard the instance and create a new one. Another situation may be where you can no longer login to the instance, perhaps because the SSH key pair was lost, or the guest OS was misconfigured. If the instance’s storage is EBS-backed, you may still recover the data, by attaching the volume to a different instance, but the server would need to be rebuilt.</a:t>
            </a:r>
          </a:p>
          <a:p>
            <a:pPr marL="0" indent="0" defTabSz="440695">
              <a:buFont typeface="Arial" panose="020B0604020202020204" pitchFamily="34" charset="0"/>
              <a:buNone/>
              <a:defRPr/>
            </a:pPr>
            <a:endParaRPr lang="en-US" sz="1000"/>
          </a:p>
          <a:p>
            <a:pPr marL="165261" indent="-165261" defTabSz="440695">
              <a:buFont typeface="Arial" panose="020B0604020202020204" pitchFamily="34" charset="0"/>
              <a:buChar char="•"/>
              <a:defRPr/>
            </a:pPr>
            <a:r>
              <a:rPr lang="en-US" sz="1000" b="0" i="1"/>
              <a:t>Upgrading:</a:t>
            </a:r>
            <a:r>
              <a:rPr lang="en-US" sz="1000" b="1"/>
              <a:t> </a:t>
            </a:r>
            <a:r>
              <a:rPr lang="en-US" sz="1000" b="0"/>
              <a:t>Another situation that might require launching</a:t>
            </a:r>
            <a:r>
              <a:rPr lang="en-US" sz="1000" b="0" baseline="0"/>
              <a:t> a new</a:t>
            </a:r>
            <a:r>
              <a:rPr lang="en-US" sz="1000" b="0"/>
              <a:t> instances when you want to </a:t>
            </a:r>
            <a:r>
              <a:rPr lang="en-US" sz="1000" b="0" i="1"/>
              <a:t>upgrade the OS architecture or image type</a:t>
            </a:r>
            <a:r>
              <a:rPr lang="en-US" sz="1000"/>
              <a:t>. </a:t>
            </a:r>
          </a:p>
          <a:p>
            <a:pPr marL="0" indent="0" defTabSz="440695">
              <a:buFont typeface="Arial" panose="020B0604020202020204" pitchFamily="34" charset="0"/>
              <a:buNone/>
              <a:defRPr/>
            </a:pPr>
            <a:endParaRPr lang="en-US" sz="1000"/>
          </a:p>
        </p:txBody>
      </p:sp>
    </p:spTree>
    <p:extLst>
      <p:ext uri="{BB962C8B-B14F-4D97-AF65-F5344CB8AC3E}">
        <p14:creationId xmlns:p14="http://schemas.microsoft.com/office/powerpoint/2010/main" val="3888402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a:solidFill>
                  <a:schemeClr val="tx1"/>
                </a:solidFill>
                <a:effectLst/>
              </a:rPr>
              <a:t>As needs change, you might find that your instance is: </a:t>
            </a:r>
          </a:p>
          <a:p>
            <a:pPr marL="171450" indent="-171450">
              <a:buFont typeface="Arial" panose="020B0604020202020204" pitchFamily="34" charset="0"/>
              <a:buChar char="•"/>
            </a:pPr>
            <a:r>
              <a:rPr lang="en-US" sz="1000" b="0" i="1" kern="1200">
                <a:solidFill>
                  <a:schemeClr val="tx1"/>
                </a:solidFill>
                <a:effectLst/>
              </a:rPr>
              <a:t>Over-used</a:t>
            </a:r>
            <a:r>
              <a:rPr lang="en-US" sz="1000" b="0" i="1" kern="1200" baseline="0">
                <a:solidFill>
                  <a:schemeClr val="tx1"/>
                </a:solidFill>
                <a:effectLst/>
              </a:rPr>
              <a:t> </a:t>
            </a:r>
            <a:r>
              <a:rPr lang="en-US" sz="1000" b="0" i="0" kern="1200" baseline="0">
                <a:solidFill>
                  <a:schemeClr val="tx1"/>
                </a:solidFill>
                <a:effectLst/>
              </a:rPr>
              <a:t>when </a:t>
            </a:r>
            <a:r>
              <a:rPr lang="en-US" sz="1000" b="0" i="0" kern="1200">
                <a:solidFill>
                  <a:schemeClr val="tx1"/>
                </a:solidFill>
                <a:effectLst/>
              </a:rPr>
              <a:t>the instance type is too small (workloads that</a:t>
            </a:r>
            <a:r>
              <a:rPr lang="en-US" sz="1000" b="0" i="0" kern="1200" baseline="0">
                <a:solidFill>
                  <a:schemeClr val="tx1"/>
                </a:solidFill>
                <a:effectLst/>
              </a:rPr>
              <a:t> run</a:t>
            </a:r>
            <a:r>
              <a:rPr lang="en-US" sz="1000" b="0" i="0" kern="1200">
                <a:solidFill>
                  <a:schemeClr val="tx1"/>
                </a:solidFill>
                <a:effectLst/>
              </a:rPr>
              <a:t> on the instance run out of memory, CPU, or disk space)</a:t>
            </a:r>
          </a:p>
          <a:p>
            <a:pPr marL="171450" indent="-171450">
              <a:buFont typeface="Arial" panose="020B0604020202020204" pitchFamily="34" charset="0"/>
              <a:buChar char="•"/>
            </a:pPr>
            <a:r>
              <a:rPr lang="en-US" sz="1000" b="0" i="1" kern="1200">
                <a:solidFill>
                  <a:schemeClr val="tx1"/>
                </a:solidFill>
                <a:effectLst/>
              </a:rPr>
              <a:t>Under-used</a:t>
            </a:r>
            <a:r>
              <a:rPr lang="en-US" sz="1000" b="1" i="0" kern="1200">
                <a:solidFill>
                  <a:schemeClr val="tx1"/>
                </a:solidFill>
                <a:effectLst/>
              </a:rPr>
              <a:t> </a:t>
            </a:r>
            <a:r>
              <a:rPr lang="en-US" sz="1000" b="0" i="0" kern="1200" baseline="0">
                <a:solidFill>
                  <a:schemeClr val="tx1"/>
                </a:solidFill>
                <a:effectLst/>
              </a:rPr>
              <a:t>when </a:t>
            </a:r>
            <a:r>
              <a:rPr lang="en-US" sz="1000" b="0" i="0" kern="1200">
                <a:solidFill>
                  <a:schemeClr val="tx1"/>
                </a:solidFill>
                <a:effectLst/>
              </a:rPr>
              <a:t>the instance type is too large (workloads that run on the instance do not use the amount of memory, CPU, or disk space that is allocated)</a:t>
            </a:r>
          </a:p>
          <a:p>
            <a:endParaRPr lang="en-US" sz="1000" b="0" i="0" kern="1200">
              <a:solidFill>
                <a:schemeClr val="tx1"/>
              </a:solidFill>
              <a:effectLst/>
            </a:endParaRPr>
          </a:p>
          <a:p>
            <a:r>
              <a:rPr lang="en-US" sz="1000" b="0" i="0" kern="1200">
                <a:solidFill>
                  <a:schemeClr val="tx1"/>
                </a:solidFill>
                <a:effectLst/>
              </a:rPr>
              <a:t>If you experience</a:t>
            </a:r>
            <a:r>
              <a:rPr lang="en-US" sz="1000" b="0" i="0" kern="1200" baseline="0">
                <a:solidFill>
                  <a:schemeClr val="tx1"/>
                </a:solidFill>
                <a:effectLst/>
              </a:rPr>
              <a:t> either of these situations</a:t>
            </a:r>
            <a:r>
              <a:rPr lang="en-US" sz="1000" b="0" i="0" kern="1200">
                <a:solidFill>
                  <a:schemeClr val="tx1"/>
                </a:solidFill>
                <a:effectLst/>
              </a:rPr>
              <a:t>, the size of the instance can be modified. For example, if a t2.micro instance is too small for its workload, you can change it to an m3.medium instance</a:t>
            </a:r>
            <a:r>
              <a:rPr lang="en-US" sz="1000" b="0" i="0" kern="1200" baseline="0">
                <a:solidFill>
                  <a:schemeClr val="tx1"/>
                </a:solidFill>
                <a:effectLst/>
              </a:rPr>
              <a:t> by using these steps:</a:t>
            </a:r>
          </a:p>
          <a:p>
            <a:pPr marL="228600" indent="-228600">
              <a:buFont typeface="+mj-lt"/>
              <a:buAutoNum type="arabicPeriod"/>
            </a:pPr>
            <a:r>
              <a:rPr lang="en-US" sz="1000"/>
              <a:t>Stop the instance.</a:t>
            </a:r>
          </a:p>
          <a:p>
            <a:pPr marL="228600" indent="-228600">
              <a:buFont typeface="+mj-lt"/>
              <a:buAutoNum type="arabicPeriod"/>
            </a:pPr>
            <a:r>
              <a:rPr lang="en-US" sz="1000"/>
              <a:t>Modify its type.</a:t>
            </a:r>
          </a:p>
          <a:p>
            <a:pPr marL="228600" indent="-228600">
              <a:buFont typeface="+mj-lt"/>
              <a:buAutoNum type="arabicPeriod"/>
            </a:pPr>
            <a:r>
              <a:rPr lang="en-US" sz="1000"/>
              <a:t>Start the instance.</a:t>
            </a:r>
          </a:p>
          <a:p>
            <a:endParaRPr lang="en-US" sz="1000" b="0" i="0" kern="1200">
              <a:solidFill>
                <a:schemeClr val="tx1"/>
              </a:solidFill>
              <a:effectLst/>
            </a:endParaRPr>
          </a:p>
          <a:p>
            <a:r>
              <a:rPr lang="en-US" sz="1000" b="0" i="0" kern="1200">
                <a:solidFill>
                  <a:schemeClr val="tx1"/>
                </a:solidFill>
                <a:effectLst/>
              </a:rPr>
              <a:t>When you update the instance type, the new instance type must support the same architecture.</a:t>
            </a:r>
            <a:r>
              <a:rPr lang="en-US" sz="1000" b="0" i="0" kern="1200" baseline="0">
                <a:solidFill>
                  <a:schemeClr val="tx1"/>
                </a:solidFill>
                <a:effectLst/>
              </a:rPr>
              <a:t> F</a:t>
            </a:r>
            <a:r>
              <a:rPr lang="en-US" sz="1000" b="0" i="0" kern="1200">
                <a:solidFill>
                  <a:schemeClr val="tx1"/>
                </a:solidFill>
                <a:effectLst/>
              </a:rPr>
              <a:t>or example, an instance with a 64-bit architecture</a:t>
            </a:r>
            <a:r>
              <a:rPr lang="en-US" sz="1000" b="0" i="0" kern="1200" baseline="0">
                <a:solidFill>
                  <a:schemeClr val="tx1"/>
                </a:solidFill>
                <a:effectLst/>
              </a:rPr>
              <a:t> can only be updated to a different instance type that also has a </a:t>
            </a:r>
            <a:r>
              <a:rPr lang="en-US" sz="1000" b="0" i="0" kern="1200">
                <a:solidFill>
                  <a:schemeClr val="tx1"/>
                </a:solidFill>
                <a:effectLst/>
              </a:rPr>
              <a:t>64-bit architecture.</a:t>
            </a:r>
          </a:p>
          <a:p>
            <a:endParaRPr lang="en-US" sz="1000" b="0" i="0" kern="1200">
              <a:solidFill>
                <a:schemeClr val="tx1"/>
              </a:solidFill>
              <a:effectLst/>
            </a:endParaRPr>
          </a:p>
          <a:p>
            <a:r>
              <a:rPr lang="en-US" sz="1000" b="0" i="0" kern="1200">
                <a:solidFill>
                  <a:schemeClr val="tx1"/>
                </a:solidFill>
                <a:effectLst/>
              </a:rPr>
              <a:t>If the root device is an </a:t>
            </a:r>
            <a:r>
              <a:rPr lang="en-US" sz="1000" b="0" i="1" kern="1200">
                <a:solidFill>
                  <a:schemeClr val="tx1"/>
                </a:solidFill>
                <a:effectLst/>
              </a:rPr>
              <a:t>EBS volume</a:t>
            </a:r>
            <a:r>
              <a:rPr lang="en-US" sz="1000" b="0" i="0" kern="1200">
                <a:solidFill>
                  <a:schemeClr val="tx1"/>
                </a:solidFill>
                <a:effectLst/>
              </a:rPr>
              <a:t>, you can change the size of the instance simply by changing its instance type. It will need to be temporarily stopped to accomplish the size change.</a:t>
            </a:r>
          </a:p>
          <a:p>
            <a:endParaRPr lang="en-US" sz="1000" b="0" i="0" kern="1200">
              <a:solidFill>
                <a:schemeClr val="tx1"/>
              </a:solidFill>
              <a:effectLst/>
            </a:endParaRPr>
          </a:p>
          <a:p>
            <a:r>
              <a:rPr lang="en-US" sz="1000" b="0" i="0" kern="1200">
                <a:solidFill>
                  <a:schemeClr val="tx1"/>
                </a:solidFill>
                <a:effectLst/>
              </a:rPr>
              <a:t>If the root device of the instance is an </a:t>
            </a:r>
            <a:r>
              <a:rPr lang="en-US" sz="1000" b="0" i="1" kern="1200">
                <a:solidFill>
                  <a:schemeClr val="tx1"/>
                </a:solidFill>
                <a:effectLst/>
              </a:rPr>
              <a:t>instance store volume</a:t>
            </a:r>
            <a:r>
              <a:rPr lang="en-US" sz="1000" b="0" i="0" kern="1200">
                <a:solidFill>
                  <a:schemeClr val="tx1"/>
                </a:solidFill>
                <a:effectLst/>
              </a:rPr>
              <a:t>, you must migrate your application to a new instance that is the instance type that you want. </a:t>
            </a:r>
          </a:p>
          <a:p>
            <a:endParaRPr lang="en-US" sz="1000" b="0" i="0" kern="1200">
              <a:solidFill>
                <a:schemeClr val="tx1"/>
              </a:solidFill>
              <a:effectLst/>
            </a:endParaRPr>
          </a:p>
          <a:p>
            <a:r>
              <a:rPr lang="en-US" sz="1000" b="0" i="0" kern="1200">
                <a:solidFill>
                  <a:schemeClr val="tx1"/>
                </a:solidFill>
                <a:effectLst/>
              </a:rPr>
              <a:t>An example AWS CLI command that specifies the new instance type as an m5.xlarge is shown here.</a:t>
            </a:r>
          </a:p>
          <a:p>
            <a:endParaRPr lang="en-US" sz="1000" b="0" i="0" kern="1200">
              <a:solidFill>
                <a:schemeClr val="tx1"/>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a:solidFill>
                  <a:schemeClr val="tx1"/>
                </a:solidFill>
                <a:effectLst/>
              </a:rPr>
              <a:t>For more information, see </a:t>
            </a:r>
            <a:r>
              <a:rPr lang="en-US" sz="1000" b="0" i="0" kern="1200" baseline="0">
                <a:solidFill>
                  <a:schemeClr val="tx1"/>
                </a:solidFill>
                <a:effectLst/>
                <a:hlinkClick r:id="rId3"/>
              </a:rPr>
              <a:t>http://docs.aws.amazon.com/AWSEC2/latest/UserGuide/ComponentsAMIs.html#storage-for-the-root-device</a:t>
            </a:r>
            <a:r>
              <a:rPr lang="en-US" sz="1000"/>
              <a:t> </a:t>
            </a:r>
            <a:endParaRPr lang="en-US" sz="1000" b="0" i="0" kern="1200">
              <a:solidFill>
                <a:schemeClr val="tx1"/>
              </a:solidFill>
              <a:effectLst/>
            </a:endParaRPr>
          </a:p>
          <a:p>
            <a:endParaRPr lang="en-US" sz="1000" b="0" i="0" kern="1200">
              <a:solidFill>
                <a:schemeClr val="tx1"/>
              </a:solidFill>
              <a:effectLst/>
            </a:endParaRPr>
          </a:p>
        </p:txBody>
      </p:sp>
    </p:spTree>
    <p:extLst>
      <p:ext uri="{BB962C8B-B14F-4D97-AF65-F5344CB8AC3E}">
        <p14:creationId xmlns:p14="http://schemas.microsoft.com/office/powerpoint/2010/main" val="28232993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9722"/>
            <a:ext cx="5486400" cy="3600450"/>
          </a:xfrm>
        </p:spPr>
        <p:txBody>
          <a:bodyPr/>
          <a:lstStyle/>
          <a:p>
            <a:pPr defTabSz="440695">
              <a:defRPr/>
            </a:pPr>
            <a:r>
              <a:rPr lang="en-US" sz="1000" b="0"/>
              <a:t>AWS provides managed AMIs that include various versions and configurations of </a:t>
            </a:r>
            <a:r>
              <a:rPr lang="en-US" sz="1000" b="0" i="1"/>
              <a:t>Windows Server</a:t>
            </a:r>
            <a:r>
              <a:rPr lang="en-US" sz="1000" b="0"/>
              <a:t>. To ensure that customers have the latest security updates by default, AWS keeps Windows AMIs available for three months. Within 10 days after releasing new Windows AMIs, AWS makes the Windows AMIs that are older than three months private. After an AMI has been made private, you will no longer be able to find that AMI in the console.</a:t>
            </a:r>
            <a:r>
              <a:rPr lang="en-US" sz="1000" b="0" baseline="0"/>
              <a:t> H</a:t>
            </a:r>
            <a:r>
              <a:rPr lang="en-US" sz="1000" b="0"/>
              <a:t>owever, you can still retrieve the AMI ID by using the AWS CLI or AWS SDK.</a:t>
            </a:r>
          </a:p>
          <a:p>
            <a:pPr defTabSz="440695">
              <a:defRPr/>
            </a:pPr>
            <a:endParaRPr lang="en-US" sz="1000" b="0"/>
          </a:p>
          <a:p>
            <a:pPr defTabSz="440695">
              <a:defRPr/>
            </a:pPr>
            <a:r>
              <a:rPr lang="en-US" sz="1000" b="0"/>
              <a:t>Amazon Linux AMIs remain available for years. The most recent Amazon Linux and Amazon Linux 2 AMIs appear in the </a:t>
            </a:r>
            <a:r>
              <a:rPr lang="en-US" sz="1000" b="1"/>
              <a:t>Quick Start </a:t>
            </a:r>
            <a:r>
              <a:rPr lang="en-US" sz="1000" b="0"/>
              <a:t>area of the AWS Management Console when you choose </a:t>
            </a:r>
            <a:r>
              <a:rPr lang="en-US" sz="1000" b="1"/>
              <a:t>Launch Instance</a:t>
            </a:r>
            <a:r>
              <a:rPr lang="en-US" sz="1000" b="0"/>
              <a:t>. You can also always query for the the latest Amazon Linux AMI that is available by using the AWS CLI, as shown here.</a:t>
            </a:r>
          </a:p>
        </p:txBody>
      </p:sp>
    </p:spTree>
    <p:extLst>
      <p:ext uri="{BB962C8B-B14F-4D97-AF65-F5344CB8AC3E}">
        <p14:creationId xmlns:p14="http://schemas.microsoft.com/office/powerpoint/2010/main" val="3551806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440695">
              <a:defRPr/>
            </a:pPr>
            <a:r>
              <a:rPr lang="en-US" sz="1000" b="0"/>
              <a:t>Although many </a:t>
            </a:r>
            <a:r>
              <a:rPr lang="en-US" sz="1000" b="0" baseline="0"/>
              <a:t>instances might be short-lived, instances can run for weeks or even months in other situations. For example, you might have development and test environments or database servers that must remain stable over time. In these situations, we recommend that you frequently update the running instance so that it is kept current with the latest security updates. </a:t>
            </a:r>
          </a:p>
          <a:p>
            <a:pPr defTabSz="440695">
              <a:defRPr/>
            </a:pPr>
            <a:endParaRPr lang="en-US" sz="1000" b="0" baseline="0"/>
          </a:p>
          <a:p>
            <a:pPr defTabSz="440695">
              <a:defRPr/>
            </a:pPr>
            <a:r>
              <a:rPr lang="en-US" sz="1000" b="0" i="1" baseline="0"/>
              <a:t>Remember: </a:t>
            </a:r>
            <a:r>
              <a:rPr lang="en-US" sz="1000" b="0" i="0" baseline="0"/>
              <a:t>You</a:t>
            </a:r>
            <a:r>
              <a:rPr lang="en-US" sz="1000" b="0" baseline="0"/>
              <a:t> own your instances. Keeping them up to date is your responsibility.</a:t>
            </a:r>
          </a:p>
          <a:p>
            <a:pPr defTabSz="440695">
              <a:defRPr/>
            </a:pPr>
            <a:endParaRPr lang="en-US" sz="1000" b="0" baseline="0"/>
          </a:p>
          <a:p>
            <a:pPr marL="171450" indent="-171450" defTabSz="440695">
              <a:buFont typeface="Arial" panose="020B0604020202020204" pitchFamily="34" charset="0"/>
              <a:buChar char="•"/>
              <a:defRPr/>
            </a:pPr>
            <a:r>
              <a:rPr lang="en-US" sz="1000" b="0" i="1" baseline="0"/>
              <a:t>Windows</a:t>
            </a:r>
            <a:r>
              <a:rPr lang="en-US" sz="1000" b="0" baseline="0"/>
              <a:t> updates can be installed automatically through Windows Update. You could also choose to disable automatic updates and install updates manually, so that you can test recent updates to ensure that they do not break any existing applications you may have running on the server.</a:t>
            </a:r>
          </a:p>
          <a:p>
            <a:pPr marL="171450" indent="-171450" defTabSz="440695">
              <a:buFont typeface="Arial" panose="020B0604020202020204" pitchFamily="34" charset="0"/>
              <a:buChar char="•"/>
              <a:defRPr/>
            </a:pPr>
            <a:endParaRPr lang="en-US" sz="1000" b="0" baseline="0"/>
          </a:p>
          <a:p>
            <a:pPr marL="171450" indent="-171450" defTabSz="440695">
              <a:buFont typeface="Arial" panose="020B0604020202020204" pitchFamily="34" charset="0"/>
              <a:buChar char="•"/>
              <a:defRPr/>
            </a:pPr>
            <a:r>
              <a:rPr lang="en-US" sz="1000" b="0" i="1" baseline="0"/>
              <a:t>YUM</a:t>
            </a:r>
            <a:r>
              <a:rPr lang="en-US" sz="1000" b="0" baseline="0"/>
              <a:t>, which stands for Yellowdog Updater, Modified, is an open source, Redhat Package Manager (RPM)-based package installer for Linux. For </a:t>
            </a:r>
            <a:r>
              <a:rPr lang="en-US" sz="1000" b="0" i="1" baseline="0"/>
              <a:t>Amazon Linux </a:t>
            </a:r>
            <a:r>
              <a:rPr lang="en-US" sz="1000" b="0" baseline="0"/>
              <a:t>instances, AWS maintains its own YUM software repository. You can run YUM to install all the latest available updates for all applications that are currently on your server. It can also be used to install updates one at a time, if you reference only specific package names.</a:t>
            </a:r>
          </a:p>
          <a:p>
            <a:pPr defTabSz="440695">
              <a:defRPr/>
            </a:pPr>
            <a:endParaRPr lang="en-US" sz="1000" b="0" baseline="0"/>
          </a:p>
          <a:p>
            <a:pPr marL="171450" indent="-171450" defTabSz="440695">
              <a:buFont typeface="Arial" panose="020B0604020202020204" pitchFamily="34" charset="0"/>
              <a:buChar char="•"/>
              <a:defRPr/>
            </a:pPr>
            <a:r>
              <a:rPr lang="en-US" sz="1000" b="0" baseline="0"/>
              <a:t>The AWS Systems Manager and AWS OpsWorks services offer features that simplify updating EC2 instances. </a:t>
            </a:r>
          </a:p>
          <a:p>
            <a:pPr marL="171450" indent="-171450" defTabSz="440695">
              <a:buFont typeface="Arial" panose="020B0604020202020204" pitchFamily="34" charset="0"/>
              <a:buChar char="•"/>
              <a:defRPr/>
            </a:pPr>
            <a:endParaRPr lang="en-US" sz="1000" b="0" baseline="0"/>
          </a:p>
          <a:p>
            <a:pPr marL="171450" indent="-171450" defTabSz="440695">
              <a:buFont typeface="Arial" panose="020B0604020202020204" pitchFamily="34" charset="0"/>
              <a:buChar char="•"/>
              <a:defRPr/>
            </a:pPr>
            <a:r>
              <a:rPr lang="en-US" sz="1000" b="0" baseline="0"/>
              <a:t>There are also third-party configuration management tools available.</a:t>
            </a:r>
          </a:p>
        </p:txBody>
      </p:sp>
    </p:spTree>
    <p:extLst>
      <p:ext uri="{BB962C8B-B14F-4D97-AF65-F5344CB8AC3E}">
        <p14:creationId xmlns:p14="http://schemas.microsoft.com/office/powerpoint/2010/main" val="8256682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The module will now explore </a:t>
            </a:r>
            <a:r>
              <a:rPr lang="en-US" sz="1000" baseline="0">
                <a:cs typeface="Arial"/>
              </a:rPr>
              <a:t>how to secure AWS EC2 instances.</a:t>
            </a:r>
            <a:endParaRPr lang="en-US" sz="1000">
              <a:cs typeface="Arial"/>
            </a:endParaRPr>
          </a:p>
        </p:txBody>
      </p:sp>
    </p:spTree>
    <p:extLst>
      <p:ext uri="{BB962C8B-B14F-4D97-AF65-F5344CB8AC3E}">
        <p14:creationId xmlns:p14="http://schemas.microsoft.com/office/powerpoint/2010/main" val="1779768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042" y="4415791"/>
            <a:ext cx="5656215" cy="3633927"/>
          </a:xfrm>
        </p:spPr>
        <p:txBody>
          <a:bodyPr/>
          <a:lstStyle/>
          <a:p>
            <a:pPr eaLnBrk="1" hangingPunct="1"/>
            <a:r>
              <a:rPr lang="en-US" sz="1000" b="0">
                <a:cs typeface="Arial"/>
              </a:rPr>
              <a:t>It is important to understand the basic tenets of the </a:t>
            </a:r>
            <a:r>
              <a:rPr lang="en-US" sz="1000" b="0" i="1">
                <a:cs typeface="Arial"/>
              </a:rPr>
              <a:t>AWS shared responsibility model</a:t>
            </a:r>
            <a:r>
              <a:rPr lang="en-US" sz="1000" b="0">
                <a:cs typeface="Arial"/>
              </a:rPr>
              <a:t>. A simple way to remember this</a:t>
            </a:r>
            <a:r>
              <a:rPr lang="en-US" sz="1000" b="0" baseline="0">
                <a:cs typeface="Arial"/>
              </a:rPr>
              <a:t> model</a:t>
            </a:r>
            <a:r>
              <a:rPr lang="en-US" sz="1000" b="0">
                <a:cs typeface="Arial"/>
              </a:rPr>
              <a:t> is that AWS is responsible for</a:t>
            </a:r>
            <a:r>
              <a:rPr lang="en-US" sz="1000" b="0" baseline="0">
                <a:cs typeface="Arial"/>
              </a:rPr>
              <a:t> s</a:t>
            </a:r>
            <a:r>
              <a:rPr lang="en-US" sz="1000" b="0">
                <a:cs typeface="Arial"/>
              </a:rPr>
              <a:t>ecurity </a:t>
            </a:r>
            <a:r>
              <a:rPr lang="en-US" sz="1000" b="0" i="1">
                <a:cs typeface="Arial"/>
              </a:rPr>
              <a:t>OF</a:t>
            </a:r>
            <a:r>
              <a:rPr lang="en-US" sz="1000" b="0">
                <a:cs typeface="Arial"/>
              </a:rPr>
              <a:t> the cloud, while the customer is responsible for</a:t>
            </a:r>
            <a:r>
              <a:rPr lang="en-US" sz="1000" b="0" baseline="0">
                <a:cs typeface="Arial"/>
              </a:rPr>
              <a:t> s</a:t>
            </a:r>
            <a:r>
              <a:rPr lang="en-US" sz="1000" b="0">
                <a:cs typeface="Arial"/>
              </a:rPr>
              <a:t>ecurity </a:t>
            </a:r>
            <a:r>
              <a:rPr lang="en-US" sz="1000" b="0" i="1">
                <a:cs typeface="Arial"/>
              </a:rPr>
              <a:t>IN</a:t>
            </a:r>
            <a:r>
              <a:rPr lang="en-US" sz="1000" b="0">
                <a:cs typeface="Arial"/>
              </a:rPr>
              <a:t> the cloud.</a:t>
            </a:r>
          </a:p>
          <a:p>
            <a:pPr eaLnBrk="1" hangingPunct="1"/>
            <a:endParaRPr lang="en-US" sz="1000" b="0">
              <a:cs typeface="Arial"/>
            </a:endParaRPr>
          </a:p>
          <a:p>
            <a:pPr eaLnBrk="1" hangingPunct="1"/>
            <a:r>
              <a:rPr lang="en-US" sz="1000" b="0">
                <a:cs typeface="Arial"/>
              </a:rPr>
              <a:t>The AWS customer should </a:t>
            </a:r>
            <a:r>
              <a:rPr lang="en-US" sz="1000" b="0" baseline="0">
                <a:cs typeface="Arial"/>
              </a:rPr>
              <a:t>secure their applications in the cloud. AWS manages the underlying infrastructure, but you must secure anything that you put on the infrastructure. This responsibility includes securing your EC2 instances and anything you install on them. You should also manage the security groups that allow outside access to your instances, the VPC subnet that the instances reside in (if you use this option), any external access to your S3 buckets, etc. As such, you must make several security decisions and configure certain controls</a:t>
            </a:r>
            <a:r>
              <a:rPr lang="en-US" sz="1000" b="0" baseline="0">
                <a:solidFill>
                  <a:srgbClr val="0000FF"/>
                </a:solidFill>
                <a:cs typeface="Arial"/>
              </a:rPr>
              <a:t>. </a:t>
            </a:r>
          </a:p>
          <a:p>
            <a:pPr marL="0" indent="0">
              <a:buFont typeface="Arial"/>
              <a:buNone/>
            </a:pPr>
            <a:endParaRPr lang="en-US" sz="1000" b="0" baseline="0">
              <a:solidFill>
                <a:srgbClr val="0000FF"/>
              </a:solidFill>
              <a:cs typeface="Arial"/>
            </a:endParaRPr>
          </a:p>
          <a:p>
            <a:pPr marL="0" indent="0">
              <a:buFont typeface="Arial"/>
              <a:buNone/>
            </a:pPr>
            <a:r>
              <a:rPr lang="en-US" sz="1000">
                <a:cs typeface="Arial"/>
              </a:rPr>
              <a:t>Customers are responsible for implementing their own set of controls</a:t>
            </a:r>
            <a:r>
              <a:rPr lang="en-US" sz="1000" baseline="0">
                <a:cs typeface="Arial"/>
              </a:rPr>
              <a:t> on</a:t>
            </a:r>
            <a:r>
              <a:rPr lang="en-US" sz="1000">
                <a:cs typeface="Arial"/>
              </a:rPr>
              <a:t> everything up from the hypervisor. AWS provides security tools that customers must configure properly to meet their needs and maintain a strong security posture. AWS cannot perform Windows Updates for your instances</a:t>
            </a:r>
            <a:r>
              <a:rPr lang="en-US" sz="1000" baseline="0">
                <a:cs typeface="Arial"/>
              </a:rPr>
              <a:t> b</a:t>
            </a:r>
            <a:r>
              <a:rPr lang="en-US" sz="1000">
                <a:cs typeface="Arial"/>
              </a:rPr>
              <a:t>ecause we have no visibility into the OS layer.</a:t>
            </a:r>
          </a:p>
          <a:p>
            <a:pPr eaLnBrk="1" hangingPunct="1"/>
            <a:endParaRPr lang="en-US" sz="1000" b="1">
              <a:cs typeface="Arial"/>
            </a:endParaRPr>
          </a:p>
          <a:p>
            <a:pPr eaLnBrk="1" hangingPunct="1"/>
            <a:r>
              <a:rPr lang="en-US" sz="1000">
                <a:cs typeface="Arial"/>
              </a:rPr>
              <a:t>When it comes to the responsibilities</a:t>
            </a:r>
            <a:r>
              <a:rPr lang="en-US" sz="1000" baseline="0">
                <a:cs typeface="Arial"/>
              </a:rPr>
              <a:t> of </a:t>
            </a:r>
            <a:r>
              <a:rPr lang="en-US" sz="1000">
                <a:cs typeface="Arial"/>
              </a:rPr>
              <a:t>AWS</a:t>
            </a:r>
            <a:r>
              <a:rPr lang="en-US" sz="1000" baseline="0">
                <a:cs typeface="Arial"/>
              </a:rPr>
              <a:t> </a:t>
            </a:r>
            <a:r>
              <a:rPr lang="en-US" sz="1000">
                <a:cs typeface="Arial"/>
              </a:rPr>
              <a:t>in the shared security model, your applications and data protected by highly secure facilities and infrastructure.</a:t>
            </a:r>
            <a:r>
              <a:rPr lang="en-US" sz="1000" baseline="0">
                <a:cs typeface="Arial"/>
              </a:rPr>
              <a:t> T</a:t>
            </a:r>
            <a:r>
              <a:rPr lang="en-US" sz="1000">
                <a:cs typeface="Arial"/>
              </a:rPr>
              <a:t>hey are also protected by extensive network and security monitoring systems. These systems provide basic but important security measures, such as </a:t>
            </a:r>
            <a:r>
              <a:rPr lang="en-US" sz="1000" b="0" i="1">
                <a:cs typeface="Arial"/>
              </a:rPr>
              <a:t>distributed denial of service (DDoS) </a:t>
            </a:r>
            <a:r>
              <a:rPr lang="en-US" sz="1000">
                <a:cs typeface="Arial"/>
              </a:rPr>
              <a:t>protection and password brute-force detection on AWS accounts. </a:t>
            </a:r>
          </a:p>
          <a:p>
            <a:pPr eaLnBrk="1" hangingPunct="1"/>
            <a:endParaRPr lang="en-US" sz="1000"/>
          </a:p>
          <a:p>
            <a:pPr defTabSz="440695">
              <a:defRPr/>
            </a:pPr>
            <a:endParaRPr lang="en-US" sz="1000">
              <a:latin typeface="Arial" pitchFamily="34" charset="0"/>
              <a:ea typeface="ＭＳ Ｐゴシック" charset="0"/>
              <a:cs typeface="Arial" pitchFamily="34" charset="0"/>
            </a:endParaRPr>
          </a:p>
        </p:txBody>
      </p:sp>
    </p:spTree>
    <p:extLst>
      <p:ext uri="{BB962C8B-B14F-4D97-AF65-F5344CB8AC3E}">
        <p14:creationId xmlns:p14="http://schemas.microsoft.com/office/powerpoint/2010/main" val="40266513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The module will now explore the </a:t>
            </a:r>
            <a:r>
              <a:rPr lang="en-US" sz="1000">
                <a:cs typeface="Arial"/>
              </a:rPr>
              <a:t>Amazon</a:t>
            </a:r>
            <a:r>
              <a:rPr lang="en-US" sz="1000" baseline="0">
                <a:cs typeface="Arial"/>
              </a:rPr>
              <a:t> EC2 purchasing options that are available. </a:t>
            </a:r>
            <a:endParaRPr lang="en-US" sz="1000">
              <a:cs typeface="Arial"/>
            </a:endParaRPr>
          </a:p>
        </p:txBody>
      </p:sp>
    </p:spTree>
    <p:extLst>
      <p:ext uri="{BB962C8B-B14F-4D97-AF65-F5344CB8AC3E}">
        <p14:creationId xmlns:p14="http://schemas.microsoft.com/office/powerpoint/2010/main" val="7844511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mn-lt"/>
              </a:rPr>
              <a:t>AWS provides different purchasing options when it comes to running EC2 instances.</a:t>
            </a:r>
          </a:p>
          <a:p>
            <a:endParaRPr lang="en-US" sz="1000">
              <a:latin typeface="+mn-lt"/>
            </a:endParaRPr>
          </a:p>
          <a:p>
            <a:pPr marL="171450" indent="-171450">
              <a:buFont typeface="Arial" panose="020B0604020202020204" pitchFamily="34" charset="0"/>
              <a:buChar char="•"/>
            </a:pPr>
            <a:r>
              <a:rPr lang="en-US" sz="1000" b="0" i="1">
                <a:latin typeface="+mn-lt"/>
              </a:rPr>
              <a:t>On-Demand Instances </a:t>
            </a:r>
            <a:r>
              <a:rPr lang="en-US" sz="1000">
                <a:latin typeface="+mn-lt"/>
              </a:rPr>
              <a:t>provide the lowest upfront cost and the most flexibility. There are no upfront commitments or long-term contracts. This option is a good choice for applications with short-term, spiky, or unpredictable workloads, such as instances that only need to run a few hours a day.</a:t>
            </a:r>
          </a:p>
          <a:p>
            <a:pPr marL="171450" indent="-171450">
              <a:buFont typeface="Arial" panose="020B0604020202020204" pitchFamily="34" charset="0"/>
              <a:buChar char="•"/>
            </a:pPr>
            <a:endParaRPr lang="en-US" sz="1000">
              <a:latin typeface="+mn-lt"/>
            </a:endParaRPr>
          </a:p>
          <a:p>
            <a:pPr marL="171450" indent="-171450">
              <a:buFont typeface="Arial" panose="020B0604020202020204" pitchFamily="34" charset="0"/>
              <a:buChar char="•"/>
            </a:pPr>
            <a:r>
              <a:rPr lang="en-US" sz="1000" b="0" i="1">
                <a:latin typeface="+mn-lt"/>
              </a:rPr>
              <a:t>Reserved Instances </a:t>
            </a:r>
            <a:r>
              <a:rPr lang="en-US" sz="1000">
                <a:latin typeface="+mn-lt"/>
              </a:rPr>
              <a:t>allow you to reserve computing capacity for 1</a:t>
            </a:r>
            <a:r>
              <a:rPr lang="en-US" sz="1000" baseline="0">
                <a:latin typeface="+mn-lt"/>
              </a:rPr>
              <a:t>–</a:t>
            </a:r>
            <a:r>
              <a:rPr lang="en-US" sz="1000">
                <a:latin typeface="+mn-lt"/>
              </a:rPr>
              <a:t>3</a:t>
            </a:r>
            <a:r>
              <a:rPr lang="en-US" sz="1000" baseline="0">
                <a:latin typeface="+mn-lt"/>
              </a:rPr>
              <a:t> </a:t>
            </a:r>
            <a:r>
              <a:rPr lang="en-US" sz="1000">
                <a:latin typeface="+mn-lt"/>
              </a:rPr>
              <a:t>year terms at a significantly discounted hourly rate. They are a capacity reservation to lower hourly running costs. A Reserved Instance is not a physical instance. If you are expecting consistent</a:t>
            </a:r>
            <a:r>
              <a:rPr lang="en-US" sz="1000" baseline="0">
                <a:latin typeface="+mn-lt"/>
              </a:rPr>
              <a:t> and</a:t>
            </a:r>
            <a:r>
              <a:rPr lang="en-US" sz="1000">
                <a:latin typeface="+mn-lt"/>
              </a:rPr>
              <a:t> heavy use, Reserved Instances can provide substantial savings over running only On-Demand Instances.</a:t>
            </a:r>
            <a:r>
              <a:rPr lang="en-US" sz="1000" baseline="0">
                <a:latin typeface="+mn-lt"/>
              </a:rPr>
              <a:t> </a:t>
            </a:r>
          </a:p>
          <a:p>
            <a:pPr marL="628650" lvl="1" indent="-171450">
              <a:buFont typeface="Arial" panose="020B0604020202020204" pitchFamily="34" charset="0"/>
              <a:buChar char="•"/>
            </a:pPr>
            <a:r>
              <a:rPr lang="en-US" sz="1000" baseline="0">
                <a:latin typeface="+mn-lt"/>
              </a:rPr>
              <a:t>See </a:t>
            </a:r>
            <a:r>
              <a:rPr lang="en-US" sz="1000">
                <a:hlinkClick r:id="rId3"/>
              </a:rPr>
              <a:t>https://aws.amazon.com/ec2/pricing/reserved-instances/</a:t>
            </a:r>
            <a:r>
              <a:rPr lang="en-US" sz="1000"/>
              <a:t> </a:t>
            </a:r>
            <a:endParaRPr lang="en-US" sz="1000">
              <a:latin typeface="+mn-lt"/>
            </a:endParaRPr>
          </a:p>
          <a:p>
            <a:endParaRPr lang="en-US" sz="1000">
              <a:latin typeface="+mn-lt"/>
            </a:endParaRPr>
          </a:p>
          <a:p>
            <a:pPr marL="171450" indent="-171450">
              <a:buFont typeface="Arial" panose="020B0604020202020204" pitchFamily="34" charset="0"/>
              <a:buChar char="•"/>
            </a:pPr>
            <a:r>
              <a:rPr lang="en-US" sz="1000" b="0" i="1">
                <a:latin typeface="+mn-lt"/>
              </a:rPr>
              <a:t>Scheduled Reserved Instances </a:t>
            </a:r>
            <a:r>
              <a:rPr lang="en-US" sz="1000">
                <a:latin typeface="+mn-lt"/>
              </a:rPr>
              <a:t>enable you to purchase capacity reservations that recur on a daily, weekly, or monthly basis—with a specified duration—for a 1</a:t>
            </a:r>
            <a:r>
              <a:rPr lang="en-US" sz="1000" baseline="0">
                <a:latin typeface="+mn-lt"/>
              </a:rPr>
              <a:t> </a:t>
            </a:r>
            <a:r>
              <a:rPr lang="en-US" sz="1000">
                <a:latin typeface="+mn-lt"/>
              </a:rPr>
              <a:t>year term. You reserve the capacity in advance, so you know it is available when you need it. They are a good choice for workloads that do not run continuously, but do run on a regular schedule and take a finite time to complete.</a:t>
            </a:r>
          </a:p>
          <a:p>
            <a:pPr marL="171450" indent="-171450">
              <a:buFont typeface="Arial" panose="020B0604020202020204" pitchFamily="34" charset="0"/>
              <a:buChar char="•"/>
            </a:pPr>
            <a:endParaRPr lang="en-US" sz="1000">
              <a:latin typeface="+mn-lt"/>
            </a:endParaRPr>
          </a:p>
          <a:p>
            <a:pPr marL="171450" indent="-171450">
              <a:buFont typeface="Arial" panose="020B0604020202020204" pitchFamily="34" charset="0"/>
              <a:buChar char="•"/>
            </a:pPr>
            <a:r>
              <a:rPr lang="en-US" sz="1000" b="0" i="1">
                <a:latin typeface="+mn-lt"/>
              </a:rPr>
              <a:t>Spot</a:t>
            </a:r>
            <a:r>
              <a:rPr lang="en-US" sz="1000" b="0" i="1" baseline="0">
                <a:latin typeface="+mn-lt"/>
              </a:rPr>
              <a:t> Instances </a:t>
            </a:r>
            <a:r>
              <a:rPr lang="en-US" sz="1000" baseline="0">
                <a:latin typeface="+mn-lt"/>
              </a:rPr>
              <a:t>give you access to spare compute capacity within AWS. When you provision Amazon EC2 Spot Instances, you could use the current market rate or you could specify a maximum bid. Spot pricing allows users to realize 70–90 percent savings over On-Demand Instance pricing. However, in exchange for the cost savings, the instance can stopped at any time by AWS with only two minutes notice.</a:t>
            </a:r>
          </a:p>
        </p:txBody>
      </p:sp>
    </p:spTree>
    <p:extLst>
      <p:ext uri="{BB962C8B-B14F-4D97-AF65-F5344CB8AC3E}">
        <p14:creationId xmlns:p14="http://schemas.microsoft.com/office/powerpoint/2010/main" val="25847545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latin typeface="+mn-lt"/>
              </a:rPr>
              <a:t>AWS provides different purchasing options when it comes to running EC2 instances.</a:t>
            </a:r>
          </a:p>
          <a:p>
            <a:pPr marL="0" indent="0">
              <a:buFont typeface="Arial" panose="020B0604020202020204" pitchFamily="34" charset="0"/>
              <a:buNone/>
            </a:pPr>
            <a:endParaRPr lang="en-US" sz="1000" baseline="0">
              <a:latin typeface="+mn-lt"/>
            </a:endParaRPr>
          </a:p>
          <a:p>
            <a:pPr marL="171450" indent="-171450">
              <a:buFont typeface="Arial" panose="020B0604020202020204" pitchFamily="34" charset="0"/>
              <a:buChar char="•"/>
            </a:pPr>
            <a:r>
              <a:rPr lang="en-US" sz="1000">
                <a:latin typeface="+mn-lt"/>
              </a:rPr>
              <a:t>Amazon EC2 </a:t>
            </a:r>
            <a:r>
              <a:rPr lang="en-US" sz="1000" b="0" i="1">
                <a:latin typeface="+mn-lt"/>
              </a:rPr>
              <a:t>Dedicated Hosts </a:t>
            </a:r>
            <a:r>
              <a:rPr lang="en-US" sz="1000" b="0">
                <a:latin typeface="+mn-lt"/>
              </a:rPr>
              <a:t>are </a:t>
            </a:r>
            <a:r>
              <a:rPr lang="en-US" sz="1000">
                <a:latin typeface="+mn-lt"/>
              </a:rPr>
              <a:t>physical servers that have the capacity to run EC2 instances,</a:t>
            </a:r>
            <a:r>
              <a:rPr lang="en-US" sz="1000" baseline="0">
                <a:latin typeface="+mn-lt"/>
              </a:rPr>
              <a:t> and these physical servers are</a:t>
            </a:r>
            <a:r>
              <a:rPr lang="en-US" sz="1000">
                <a:latin typeface="+mn-lt"/>
              </a:rPr>
              <a:t> fully dedicated to your use. Dedicated Hosts allow you to use your existing per-socket, per-core, or per-VM software licenses, including Microsoft Windows Server, Linux Enterprise Server, and so on. </a:t>
            </a:r>
          </a:p>
          <a:p>
            <a:pPr marL="171450" indent="-171450">
              <a:buFont typeface="Arial" panose="020B0604020202020204" pitchFamily="34" charset="0"/>
              <a:buChar char="•"/>
            </a:pPr>
            <a:endParaRPr lang="en-US" sz="1000">
              <a:latin typeface="+mn-lt"/>
            </a:endParaRPr>
          </a:p>
          <a:p>
            <a:pPr marL="171450" indent="-171450">
              <a:buFont typeface="Arial" panose="020B0604020202020204" pitchFamily="34" charset="0"/>
              <a:buChar char="•"/>
            </a:pPr>
            <a:r>
              <a:rPr lang="en-US" sz="1000" b="0" i="1">
                <a:latin typeface="+mn-lt"/>
              </a:rPr>
              <a:t>Dedicated Instances </a:t>
            </a:r>
            <a:r>
              <a:rPr lang="en-US" sz="1000" b="0">
                <a:latin typeface="+mn-lt"/>
              </a:rPr>
              <a:t>(and Dedicated Hosts) </a:t>
            </a:r>
            <a:r>
              <a:rPr lang="en-US" sz="1000">
                <a:latin typeface="+mn-lt"/>
              </a:rPr>
              <a:t>can both be used to launch Amazon EC2 instances onto physical servers that are dedicated for your use. There are no performance, security, or physical differences between Dedicated Instances and instances that are on Dedicated Hosts. Dedicated Hosts give you additional visibility and control over how instances are placed on a physical server.</a:t>
            </a:r>
          </a:p>
          <a:p>
            <a:pPr marL="0" indent="0">
              <a:buFont typeface="Arial" panose="020B0604020202020204" pitchFamily="34" charset="0"/>
              <a:buNone/>
            </a:pPr>
            <a:endParaRPr lang="en-US" sz="1000">
              <a:latin typeface="+mn-lt"/>
            </a:endParaRPr>
          </a:p>
          <a:p>
            <a:pPr marL="171450" indent="-171450">
              <a:buFont typeface="Arial" panose="020B0604020202020204" pitchFamily="34" charset="0"/>
              <a:buChar char="•"/>
            </a:pPr>
            <a:r>
              <a:rPr lang="en-US" sz="1000" b="0" i="1">
                <a:latin typeface="+mn-lt"/>
              </a:rPr>
              <a:t>EC2 bare metal instances </a:t>
            </a:r>
            <a:r>
              <a:rPr lang="en-US" sz="1000">
                <a:latin typeface="+mn-lt"/>
              </a:rPr>
              <a:t>provide users with direct access to the physical host,</a:t>
            </a:r>
            <a:r>
              <a:rPr lang="en-US" sz="1000" baseline="0">
                <a:latin typeface="+mn-lt"/>
              </a:rPr>
              <a:t> </a:t>
            </a:r>
            <a:r>
              <a:rPr lang="en-US" sz="1000">
                <a:latin typeface="+mn-lt"/>
              </a:rPr>
              <a:t>while still maintaining</a:t>
            </a:r>
            <a:r>
              <a:rPr lang="en-US" sz="1000" baseline="0">
                <a:latin typeface="+mn-lt"/>
              </a:rPr>
              <a:t> the benefits of the cloud. While you might opt to run the operating system or virtualization platform of your choice, you could also continue to use features such as EC2 Auto Scaling, Elastic Load Balancing, Amazon CloudWatch, and automatic recovery. The supported instance type is </a:t>
            </a:r>
            <a:r>
              <a:rPr lang="en-US" sz="1000" b="0" i="1" baseline="0">
                <a:latin typeface="+mn-lt"/>
              </a:rPr>
              <a:t>i3.metal</a:t>
            </a:r>
            <a:r>
              <a:rPr lang="en-US" sz="1000" b="0" baseline="0">
                <a:latin typeface="+mn-lt"/>
              </a:rPr>
              <a:t>.</a:t>
            </a:r>
            <a:r>
              <a:rPr lang="en-US" sz="1000" b="1" baseline="0">
                <a:latin typeface="+mn-lt"/>
              </a:rPr>
              <a:t> </a:t>
            </a:r>
            <a:r>
              <a:rPr lang="en-US" sz="1000" b="0" baseline="0">
                <a:latin typeface="+mn-lt"/>
              </a:rPr>
              <a:t>This instance type supports workloads that require access to the hardware feature set (such as Intel VT-x), or for applications that must run in non-virtualized environments to meet licensing or support requirements.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a:solidFill>
                  <a:schemeClr val="tx1"/>
                </a:solidFill>
                <a:effectLst/>
                <a:latin typeface="+mn-lt"/>
              </a:rPr>
              <a:t>Use cases for accessing hardware directly include installing Hypervisor software for customized virtualization efforts or compliance needs, such as Microsoft Hyper-V.</a:t>
            </a:r>
          </a:p>
          <a:p>
            <a:pPr marL="171450" indent="-171450">
              <a:buFont typeface="Arial" panose="020B0604020202020204" pitchFamily="34" charset="0"/>
              <a:buChar char="•"/>
            </a:pPr>
            <a:endParaRPr lang="en-US" sz="1000" b="0" baseline="0">
              <a:latin typeface="+mn-lt"/>
            </a:endParaRPr>
          </a:p>
        </p:txBody>
      </p:sp>
    </p:spTree>
    <p:extLst>
      <p:ext uri="{BB962C8B-B14F-4D97-AF65-F5344CB8AC3E}">
        <p14:creationId xmlns:p14="http://schemas.microsoft.com/office/powerpoint/2010/main" val="41166093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50"/>
            <a:ext cx="5486400" cy="4316230"/>
          </a:xfrm>
        </p:spPr>
        <p:txBody>
          <a:bodyPr/>
          <a:lstStyle/>
          <a:p>
            <a:pPr defTabSz="440695">
              <a:defRPr/>
            </a:pPr>
            <a:r>
              <a:rPr lang="en-US" sz="1000">
                <a:latin typeface="+mn-lt"/>
                <a:ea typeface="ＭＳ Ｐゴシック" charset="0"/>
                <a:cs typeface="Arial" pitchFamily="34" charset="0"/>
              </a:rPr>
              <a:t>Spot Instances are significantly less expensive that On-Demand Instances or Reserved Instances, but they can also be pulled from you at any time. The </a:t>
            </a:r>
            <a:r>
              <a:rPr lang="en-US" sz="1000" b="1">
                <a:latin typeface="+mn-lt"/>
                <a:ea typeface="ＭＳ Ｐゴシック" charset="0"/>
                <a:cs typeface="Arial" pitchFamily="34" charset="0"/>
              </a:rPr>
              <a:t>Spot Instance Termination Notice</a:t>
            </a:r>
            <a:r>
              <a:rPr lang="en-US" sz="1000">
                <a:latin typeface="+mn-lt"/>
                <a:ea typeface="ＭＳ Ｐゴシック" charset="0"/>
                <a:cs typeface="Arial" pitchFamily="34" charset="0"/>
              </a:rPr>
              <a:t> feature provides a 2</a:t>
            </a:r>
            <a:r>
              <a:rPr lang="en-US" sz="1000" baseline="0">
                <a:latin typeface="+mn-lt"/>
                <a:ea typeface="ＭＳ Ｐゴシック" charset="0"/>
                <a:cs typeface="Arial" pitchFamily="34" charset="0"/>
              </a:rPr>
              <a:t> </a:t>
            </a:r>
            <a:r>
              <a:rPr lang="en-US" sz="1000">
                <a:latin typeface="+mn-lt"/>
                <a:ea typeface="ＭＳ Ｐゴシック" charset="0"/>
                <a:cs typeface="Arial" pitchFamily="34" charset="0"/>
              </a:rPr>
              <a:t>minute warning before a Spot Instance is terminated. Applications can use this time for any desired processing, like cleaning up current tasks,</a:t>
            </a:r>
            <a:r>
              <a:rPr lang="en-US" sz="1000" baseline="0">
                <a:latin typeface="+mn-lt"/>
                <a:ea typeface="ＭＳ Ｐゴシック" charset="0"/>
                <a:cs typeface="Arial" pitchFamily="34" charset="0"/>
              </a:rPr>
              <a:t> </a:t>
            </a:r>
            <a:r>
              <a:rPr lang="en-US" sz="1000">
                <a:latin typeface="+mn-lt"/>
                <a:ea typeface="ＭＳ Ｐゴシック" charset="0"/>
                <a:cs typeface="Arial" pitchFamily="34" charset="0"/>
              </a:rPr>
              <a:t>uploading log files, and ensuring a more graceful shutdown</a:t>
            </a:r>
            <a:r>
              <a:rPr lang="en-US" sz="1000" baseline="0">
                <a:latin typeface="+mn-lt"/>
                <a:ea typeface="ＭＳ Ｐゴシック" charset="0"/>
                <a:cs typeface="Arial" pitchFamily="34" charset="0"/>
              </a:rPr>
              <a:t> (or </a:t>
            </a:r>
            <a:r>
              <a:rPr lang="en-US" sz="1000">
                <a:latin typeface="+mn-lt"/>
                <a:ea typeface="ＭＳ Ｐゴシック" charset="0"/>
                <a:cs typeface="Arial" pitchFamily="34" charset="0"/>
              </a:rPr>
              <a:t>termination)</a:t>
            </a:r>
            <a:r>
              <a:rPr lang="en-US" sz="1000" baseline="0">
                <a:latin typeface="+mn-lt"/>
                <a:ea typeface="ＭＳ Ｐゴシック" charset="0"/>
                <a:cs typeface="Arial" pitchFamily="34" charset="0"/>
              </a:rPr>
              <a:t> </a:t>
            </a:r>
            <a:r>
              <a:rPr lang="en-US" sz="1000">
                <a:latin typeface="+mn-lt"/>
                <a:ea typeface="ＭＳ Ｐゴシック" charset="0"/>
                <a:cs typeface="Arial" pitchFamily="34" charset="0"/>
              </a:rPr>
              <a:t>of the instance.</a:t>
            </a:r>
          </a:p>
          <a:p>
            <a:pPr defTabSz="440695">
              <a:defRPr/>
            </a:pPr>
            <a:endParaRPr lang="en-US" sz="1000">
              <a:latin typeface="+mn-lt"/>
              <a:ea typeface="ＭＳ Ｐゴシック" charset="0"/>
              <a:cs typeface="Arial" pitchFamily="34" charset="0"/>
            </a:endParaRPr>
          </a:p>
          <a:p>
            <a:pPr defTabSz="440695">
              <a:defRPr/>
            </a:pPr>
            <a:r>
              <a:rPr lang="en-US" sz="1000">
                <a:latin typeface="+mn-lt"/>
                <a:ea typeface="ＭＳ Ｐゴシック" charset="0"/>
                <a:cs typeface="Arial" pitchFamily="34" charset="0"/>
              </a:rPr>
              <a:t>The Termination Notice includes the time when the shutdown signal will be sent to the instance’s operating system. It is accessible as part of the instance’s metadata when the instance has been marked for termination. </a:t>
            </a:r>
          </a:p>
          <a:p>
            <a:pPr defTabSz="440695">
              <a:defRPr/>
            </a:pPr>
            <a:endParaRPr lang="en-US" sz="1000">
              <a:latin typeface="+mn-lt"/>
              <a:ea typeface="ＭＳ Ｐゴシック" charset="0"/>
              <a:cs typeface="Arial" pitchFamily="34" charset="0"/>
            </a:endParaRPr>
          </a:p>
          <a:p>
            <a:pPr defTabSz="440695">
              <a:defRPr/>
            </a:pPr>
            <a:r>
              <a:rPr lang="en-US" sz="1000">
                <a:latin typeface="+mn-lt"/>
                <a:ea typeface="ＭＳ Ｐゴシック" charset="0"/>
                <a:cs typeface="Arial" pitchFamily="34" charset="0"/>
              </a:rPr>
              <a:t>We recommend</a:t>
            </a:r>
            <a:r>
              <a:rPr lang="en-US" sz="1000" baseline="0">
                <a:latin typeface="+mn-lt"/>
                <a:ea typeface="ＭＳ Ｐゴシック" charset="0"/>
                <a:cs typeface="Arial" pitchFamily="34" charset="0"/>
              </a:rPr>
              <a:t> that you</a:t>
            </a:r>
            <a:r>
              <a:rPr lang="en-US" sz="1000">
                <a:latin typeface="+mn-lt"/>
                <a:ea typeface="ＭＳ Ｐゴシック" charset="0"/>
                <a:cs typeface="Arial" pitchFamily="34" charset="0"/>
              </a:rPr>
              <a:t> configure your applications to continuously poll for the termination notice (for example, at</a:t>
            </a:r>
            <a:r>
              <a:rPr lang="en-US" sz="1000" baseline="0">
                <a:latin typeface="+mn-lt"/>
                <a:ea typeface="ＭＳ Ｐゴシック" charset="0"/>
                <a:cs typeface="Arial" pitchFamily="34" charset="0"/>
              </a:rPr>
              <a:t> 5 </a:t>
            </a:r>
            <a:r>
              <a:rPr lang="en-US" sz="1000">
                <a:latin typeface="+mn-lt"/>
                <a:ea typeface="ＭＳ Ｐゴシック" charset="0"/>
                <a:cs typeface="Arial" pitchFamily="34" charset="0"/>
              </a:rPr>
              <a:t>second intervals) to</a:t>
            </a:r>
            <a:r>
              <a:rPr lang="en-US" sz="1000" baseline="0">
                <a:latin typeface="+mn-lt"/>
                <a:ea typeface="ＭＳ Ｐゴシック" charset="0"/>
                <a:cs typeface="Arial" pitchFamily="34" charset="0"/>
              </a:rPr>
              <a:t> get the most</a:t>
            </a:r>
            <a:r>
              <a:rPr lang="en-US" sz="1000">
                <a:latin typeface="+mn-lt"/>
                <a:ea typeface="ＭＳ Ｐゴシック" charset="0"/>
                <a:cs typeface="Arial" pitchFamily="34" charset="0"/>
              </a:rPr>
              <a:t> use out of the 2</a:t>
            </a:r>
            <a:r>
              <a:rPr lang="en-US" sz="1000" baseline="0">
                <a:latin typeface="+mn-lt"/>
                <a:ea typeface="ＭＳ Ｐゴシック" charset="0"/>
                <a:cs typeface="Arial" pitchFamily="34" charset="0"/>
              </a:rPr>
              <a:t> </a:t>
            </a:r>
            <a:r>
              <a:rPr lang="en-US" sz="1000">
                <a:latin typeface="+mn-lt"/>
                <a:ea typeface="ＭＳ Ｐゴシック" charset="0"/>
                <a:cs typeface="Arial" pitchFamily="34" charset="0"/>
              </a:rPr>
              <a:t>minute grace period. After you know termination is imminent, you can begin the OS shutdown procedure. On Linux machines, this involves hooking into the runlevels. On Windows instances, a script could be added. It is a best practice to encrypt the root EBS volume of your instances, especially ones that will be hibernated and have memory written to disk.</a:t>
            </a:r>
          </a:p>
          <a:p>
            <a:pPr defTabSz="440695">
              <a:defRPr/>
            </a:pPr>
            <a:endParaRPr lang="en-US" sz="1000">
              <a:latin typeface="+mn-lt"/>
              <a:ea typeface="ＭＳ Ｐゴシック" charset="0"/>
              <a:cs typeface="Arial" pitchFamily="34" charset="0"/>
            </a:endParaRPr>
          </a:p>
          <a:p>
            <a:pPr defTabSz="440695">
              <a:defRPr/>
            </a:pPr>
            <a:endParaRPr lang="en-US" sz="1000">
              <a:latin typeface="+mn-lt"/>
              <a:ea typeface="ＭＳ Ｐゴシック" charset="0"/>
              <a:cs typeface="Arial" pitchFamily="34" charset="0"/>
            </a:endParaRPr>
          </a:p>
        </p:txBody>
      </p:sp>
    </p:spTree>
    <p:extLst>
      <p:ext uri="{BB962C8B-B14F-4D97-AF65-F5344CB8AC3E}">
        <p14:creationId xmlns:p14="http://schemas.microsoft.com/office/powerpoint/2010/main" val="29656248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kern="1200">
                <a:solidFill>
                  <a:schemeClr val="tx1"/>
                </a:solidFill>
                <a:effectLst/>
              </a:rPr>
              <a:t>In summary, this module</a:t>
            </a:r>
            <a:r>
              <a:rPr lang="en-US" sz="1000" b="0" kern="1200" baseline="0">
                <a:solidFill>
                  <a:schemeClr val="tx1"/>
                </a:solidFill>
                <a:effectLst/>
              </a:rPr>
              <a:t> discussed:</a:t>
            </a:r>
          </a:p>
          <a:p>
            <a:endParaRPr lang="en-US" sz="1000" b="0" kern="1200" baseline="0">
              <a:solidFill>
                <a:schemeClr val="tx1"/>
              </a:solidFill>
              <a:effectLst/>
            </a:endParaRPr>
          </a:p>
          <a:p>
            <a:pPr marL="171450" lvl="0" indent="-171450">
              <a:buFont typeface="Arial" panose="020B0604020202020204" pitchFamily="34" charset="0"/>
              <a:buChar char="•"/>
            </a:pPr>
            <a:r>
              <a:rPr lang="en-US" sz="1000"/>
              <a:t>Amazon EC2 virtualization</a:t>
            </a:r>
          </a:p>
          <a:p>
            <a:pPr marL="171450" lvl="0" indent="-171450">
              <a:buFont typeface="Arial" panose="020B0604020202020204" pitchFamily="34" charset="0"/>
              <a:buChar char="•"/>
            </a:pPr>
            <a:r>
              <a:rPr lang="en-US" sz="1000"/>
              <a:t>Instance types and storage options available for EC2 instances</a:t>
            </a:r>
          </a:p>
          <a:p>
            <a:pPr marL="171450" lvl="0" indent="-171450">
              <a:buFont typeface="Arial" panose="020B0604020202020204" pitchFamily="34" charset="0"/>
              <a:buChar char="•"/>
            </a:pPr>
            <a:r>
              <a:rPr lang="en-US" sz="1000"/>
              <a:t>Networking components that must be specified when launching an EC2 instance</a:t>
            </a:r>
          </a:p>
          <a:p>
            <a:pPr marL="171450" lvl="0" indent="-171450">
              <a:buFont typeface="Arial" panose="020B0604020202020204" pitchFamily="34" charset="0"/>
              <a:buChar char="•"/>
            </a:pPr>
            <a:r>
              <a:rPr lang="en-US" sz="1000"/>
              <a:t>Amazon EC2 user data and metadata</a:t>
            </a:r>
          </a:p>
          <a:p>
            <a:pPr marL="171450" lvl="0" indent="-171450">
              <a:buFont typeface="Arial" panose="020B0604020202020204" pitchFamily="34" charset="0"/>
              <a:buChar char="•"/>
            </a:pPr>
            <a:r>
              <a:rPr lang="en-US" sz="1000"/>
              <a:t>The lifecycle states for an EC2 instance</a:t>
            </a:r>
          </a:p>
          <a:p>
            <a:pPr marL="171450" lvl="0" indent="-171450">
              <a:buFont typeface="Arial" panose="020B0604020202020204" pitchFamily="34" charset="0"/>
              <a:buChar char="•"/>
            </a:pPr>
            <a:r>
              <a:rPr lang="en-US" sz="1000"/>
              <a:t>The shared responsibility model</a:t>
            </a:r>
          </a:p>
          <a:p>
            <a:pPr marL="171450" lvl="0" indent="-171450">
              <a:buFont typeface="Arial" panose="020B0604020202020204" pitchFamily="34" charset="0"/>
              <a:buChar char="•"/>
            </a:pPr>
            <a:r>
              <a:rPr lang="en-US" sz="1000"/>
              <a:t>How to create Amazon EC2 instances</a:t>
            </a:r>
          </a:p>
        </p:txBody>
      </p:sp>
    </p:spTree>
    <p:extLst>
      <p:ext uri="{BB962C8B-B14F-4D97-AF65-F5344CB8AC3E}">
        <p14:creationId xmlns:p14="http://schemas.microsoft.com/office/powerpoint/2010/main" val="32543291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a:t>You will now complete Lab 2: Creating</a:t>
            </a:r>
            <a:r>
              <a:rPr lang="en-US" sz="1000" baseline="0"/>
              <a:t> an Amazon EC2 instance.</a:t>
            </a:r>
            <a:endParaRPr lang="en-US" sz="1000"/>
          </a:p>
        </p:txBody>
      </p:sp>
    </p:spTree>
    <p:extLst>
      <p:ext uri="{BB962C8B-B14F-4D97-AF65-F5344CB8AC3E}">
        <p14:creationId xmlns:p14="http://schemas.microsoft.com/office/powerpoint/2010/main" val="18324612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mn-lt"/>
                <a:ea typeface="+mn-ea"/>
                <a:cs typeface="+mn-cs"/>
              </a:rPr>
              <a:t>Thank you for participating in this module.</a:t>
            </a:r>
          </a:p>
          <a:p>
            <a:endParaRPr lang="en-US"/>
          </a:p>
        </p:txBody>
      </p:sp>
    </p:spTree>
    <p:extLst>
      <p:ext uri="{BB962C8B-B14F-4D97-AF65-F5344CB8AC3E}">
        <p14:creationId xmlns:p14="http://schemas.microsoft.com/office/powerpoint/2010/main" val="21563914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0.xml"/><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2.xml"/><Relationship Id="rId1" Type="http://schemas.openxmlformats.org/officeDocument/2006/relationships/tags" Target="../tags/tag3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5.xml"/><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8.xml"/><Relationship Id="rId4"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5.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43.xml"/><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44.xml"/><Relationship Id="rId4"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2.xml"/><Relationship Id="rId1" Type="http://schemas.openxmlformats.org/officeDocument/2006/relationships/tags" Target="../tags/tag45.xml"/><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8.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2.xml"/><Relationship Id="rId1" Type="http://schemas.openxmlformats.org/officeDocument/2006/relationships/tags" Target="../tags/tag49.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ags" Target="../tags/tag51.xml"/><Relationship Id="rId4" Type="http://schemas.openxmlformats.org/officeDocument/2006/relationships/image" Target="../media/image8.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ags" Target="../tags/tag53.xml"/><Relationship Id="rId4"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5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3.xml"/><Relationship Id="rId1" Type="http://schemas.openxmlformats.org/officeDocument/2006/relationships/tags" Target="../tags/tag55.xml"/><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3.xml"/><Relationship Id="rId1" Type="http://schemas.openxmlformats.org/officeDocument/2006/relationships/tags" Target="../tags/tag56.xml"/><Relationship Id="rId4"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7.xml"/><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8.xml"/><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59.xml"/><Relationship Id="rId4"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0.xml"/><Relationship Id="rId4"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1.xml"/><Relationship Id="rId4" Type="http://schemas.openxmlformats.org/officeDocument/2006/relationships/image" Target="../media/image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2.xml"/><Relationship Id="rId4" Type="http://schemas.openxmlformats.org/officeDocument/2006/relationships/image" Target="../media/image2.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3.xml"/><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4.xml"/><Relationship Id="rId4"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5.xml"/><Relationship Id="rId4"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66.xml"/><Relationship Id="rId4" Type="http://schemas.openxmlformats.org/officeDocument/2006/relationships/image" Target="../media/image5.jpe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7.xml"/><Relationship Id="rId4"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8.xml"/><Relationship Id="rId4"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69.xml"/><Relationship Id="rId4"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3.xml"/><Relationship Id="rId1" Type="http://schemas.openxmlformats.org/officeDocument/2006/relationships/tags" Target="../tags/tag70.xml"/><Relationship Id="rId4"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7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3.xml"/><Relationship Id="rId1" Type="http://schemas.openxmlformats.org/officeDocument/2006/relationships/tags" Target="../tags/tag7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7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3.xml"/><Relationship Id="rId1" Type="http://schemas.openxmlformats.org/officeDocument/2006/relationships/tags" Target="../tags/tag74.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3.xml"/><Relationship Id="rId1" Type="http://schemas.openxmlformats.org/officeDocument/2006/relationships/tags" Target="../tags/tag75.xml"/><Relationship Id="rId4" Type="http://schemas.openxmlformats.org/officeDocument/2006/relationships/image" Target="../media/image2.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76.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3" name="Footer Placeholder 2"/>
          <p:cNvSpPr>
            <a:spLocks noGrp="1"/>
          </p:cNvSpPr>
          <p:nvPr>
            <p:ph type="ftr" sz="quarter" idx="11"/>
          </p:nvPr>
        </p:nvSpPr>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6" name="Slide Number Placeholder 5"/>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21490973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782180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FFFFFF"/>
                </a:solidFill>
              </a:rPr>
              <a:pPr>
                <a:defRPr/>
              </a:pPr>
              <a:t>‹#›</a:t>
            </a:fld>
            <a:endParaRPr lang="en-US">
              <a:solidFill>
                <a:srgbClr val="FFFFFF"/>
              </a:solidFill>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523607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854559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1"/>
    </p:custDataLst>
    <p:extLst>
      <p:ext uri="{BB962C8B-B14F-4D97-AF65-F5344CB8AC3E}">
        <p14:creationId xmlns:p14="http://schemas.microsoft.com/office/powerpoint/2010/main" val="343924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333467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452273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620960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489109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126742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345315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6850885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5142093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690495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93759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695342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7304588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255357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9795623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4189608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24" name="TextBox 23"/>
          <p:cNvSpPr txBox="1"/>
          <p:nvPr userDrawn="1"/>
        </p:nvSpPr>
        <p:spPr>
          <a:xfrm>
            <a:off x="290923" y="3889248"/>
            <a:ext cx="770467" cy="23084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401" b="0" i="0" u="none" strike="noStrike" kern="1200" cap="none" spc="0" normalizeH="0" baseline="3000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a:t>
            </a:r>
            <a:endParaRPr kumimoji="0" lang="en-US" sz="14401" b="0" i="0" u="none" strike="noStrike" kern="1200" cap="none" spc="0" normalizeH="0" baseline="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3789945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FFFFFF"/>
                </a:solidFill>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2048710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panose="02000000000000000000" pitchFamily="2" charset="0"/>
                <a:ea typeface="Amazon Ember" panose="02000000000000000000" pitchFamily="2"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panose="02000000000000000000" pitchFamily="2" charset="0"/>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270501543"/>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220956650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Amazon Ember" panose="02000000000000000000" pitchFamily="2" charset="0"/>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 2019 Amazon Web Services, Inc. or its Affiliates. All rights reserved.</a:t>
            </a:r>
          </a:p>
        </p:txBody>
      </p:sp>
      <p:sp>
        <p:nvSpPr>
          <p:cNvPr id="7" name="Slide Number Placeholder 6"/>
          <p:cNvSpPr>
            <a:spLocks noGrp="1"/>
          </p:cNvSpPr>
          <p:nvPr>
            <p:ph type="sldNum" sz="quarter" idx="12"/>
          </p:nvPr>
        </p:nvSpPr>
        <p:spPr/>
        <p:txBody>
          <a:bodyPr/>
          <a:lstStyle>
            <a:lvl1pPr>
              <a:defRPr/>
            </a:lvl1pPr>
          </a:lstStyle>
          <a:p>
            <a:fld id="{6C47991C-E129-4F74-8F6E-9664FAB5CE8D}" type="slidenum">
              <a:rPr lang="en-US" smtClean="0"/>
              <a:pPr/>
              <a:t>‹#›</a:t>
            </a:fld>
            <a:endParaRPr lang="en-US"/>
          </a:p>
        </p:txBody>
      </p:sp>
    </p:spTree>
    <p:extLst>
      <p:ext uri="{BB962C8B-B14F-4D97-AF65-F5344CB8AC3E}">
        <p14:creationId xmlns:p14="http://schemas.microsoft.com/office/powerpoint/2010/main" val="11650182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5"/>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421181330"/>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7407607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r>
              <a:rPr lang="en-US"/>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fld id="{B6A95138-A96E-2F42-A959-2EFD44FE4AB7}" type="slidenum">
              <a:rPr lang="en-US" smtClean="0"/>
              <a:pPr/>
              <a:t>‹#›</a:t>
            </a:fld>
            <a:endParaRPr lang="en-US"/>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24363624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8731772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Tree>
    <p:custDataLst>
      <p:tags r:id="rId1"/>
    </p:custDataLst>
    <p:extLst>
      <p:ext uri="{BB962C8B-B14F-4D97-AF65-F5344CB8AC3E}">
        <p14:creationId xmlns:p14="http://schemas.microsoft.com/office/powerpoint/2010/main" val="630824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63721990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lvl1pPr>
              <a:defRPr/>
            </a:lvl1pPr>
            <a:lvl2pPr>
              <a:defRPr/>
            </a:lvl2pPr>
            <a:lvl3pPr>
              <a:defRPr/>
            </a:lvl3pPr>
            <a:lvl4pPr>
              <a:defRPr/>
            </a:lvl4pPr>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134903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vl1pPr>
          </a:lstStyle>
          <a:p>
            <a:fld id="{B6A95138-A96E-2F42-A959-2EFD44FE4AB7}" type="slidenum">
              <a:rPr lang="en-US" smtClean="0"/>
              <a:pPr/>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8343313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10051077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lvl1pPr>
              <a:defRPr/>
            </a:lvl1pPr>
          </a:lstStyle>
          <a:p>
            <a:fld id="{B6A95138-A96E-2F42-A959-2EFD44FE4AB7}" type="slidenum">
              <a:rPr lang="en-US" smtClean="0"/>
              <a:pPr/>
              <a:t>‹#›</a:t>
            </a:fld>
            <a:endParaRPr lang="en-US"/>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8393171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62933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2361893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lvl1pPr>
              <a:defRPr/>
            </a:lvl1pPr>
          </a:lstStyle>
          <a:p>
            <a:fld id="{B6A95138-A96E-2F42-A959-2EFD44FE4AB7}" type="slidenum">
              <a:rPr lang="en-US" smtClean="0"/>
              <a:pPr/>
              <a:t>‹#›</a:t>
            </a:fld>
            <a:endParaRPr lang="en-US"/>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2880886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a:solidFill>
            <a:srgbClr val="4B7EAD"/>
          </a:solidFill>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12967199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11943212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0456023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r>
                        <a:rPr lang="en-US" sz="2800" b="0" i="0" kern="12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8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r>
                        <a:rPr lang="en-US" sz="2400" b="0" i="0">
                          <a:latin typeface="Amazon Ember" panose="02000000000000000000" pitchFamily="2" charset="0"/>
                          <a:ea typeface="Amazon Ember" panose="02000000000000000000" pitchFamily="2" charset="0"/>
                          <a:cs typeface="Amazon Ember Light" panose="020B0403020204020204" pitchFamily="34" charset="0"/>
                        </a:rPr>
                        <a:t>Placeholder</a:t>
                      </a: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959706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21785492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spTree>
    <p:custDataLst>
      <p:tags r:id="rId1"/>
    </p:custDataLst>
    <p:extLst>
      <p:ext uri="{BB962C8B-B14F-4D97-AF65-F5344CB8AC3E}">
        <p14:creationId xmlns:p14="http://schemas.microsoft.com/office/powerpoint/2010/main" val="20770686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lvl1pPr>
              <a:defRPr/>
            </a:lvl1pPr>
          </a:lstStyle>
          <a:p>
            <a:fld id="{B6A95138-A96E-2F42-A959-2EFD44FE4AB7}" type="slidenum">
              <a:rPr lang="en-US" smtClean="0"/>
              <a:pPr/>
              <a:t>‹#›</a:t>
            </a:fld>
            <a:endParaRPr lang="en-US"/>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54075979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lvl1pPr>
              <a:defRPr/>
            </a:lvl1pPr>
          </a:lstStyle>
          <a:p>
            <a:fld id="{B6A95138-A96E-2F42-A959-2EFD44FE4AB7}" type="slidenum">
              <a:rPr lang="en-US" smtClean="0"/>
              <a:pPr/>
              <a:t>‹#›</a:t>
            </a:fld>
            <a:endParaRPr lang="en-US"/>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101012"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76278"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4392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43923" y="4370594"/>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52" y="907271"/>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84659"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101011" y="3908191"/>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76522" y="1330958"/>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76522" y="2757077"/>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lumMod val="50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75572004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9475746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algn="just"/>
            <a:r>
              <a:rPr lang="en-US" sz="900">
                <a:solidFill>
                  <a:schemeClr val="bg1"/>
                </a:solidFill>
                <a:latin typeface="Amazon Ember" panose="02000000000000000000" pitchFamily="2" charset="0"/>
                <a:ea typeface="Amazon Ember" panose="02000000000000000000" pitchFamily="2"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lang="en-US" sz="900" u="sng">
                <a:solidFill>
                  <a:schemeClr val="bg1"/>
                </a:solidFill>
                <a:latin typeface="Amazon Ember" panose="02000000000000000000" pitchFamily="2" charset="0"/>
                <a:ea typeface="Amazon Ember" panose="02000000000000000000" pitchFamily="2" charset="0"/>
                <a:cs typeface="Amazon Ember Light" charset="0"/>
              </a:rPr>
              <a:t>aws-course-feedback@amazon.com</a:t>
            </a:r>
            <a:r>
              <a:rPr lang="en-US" sz="900">
                <a:solidFill>
                  <a:schemeClr val="bg1"/>
                </a:solidFill>
                <a:latin typeface="Amazon Ember" panose="02000000000000000000" pitchFamily="2" charset="0"/>
                <a:ea typeface="Amazon Ember" panose="02000000000000000000" pitchFamily="2" charset="0"/>
                <a:cs typeface="Amazon Ember Light" charset="0"/>
              </a:rPr>
              <a:t>. For all other questions, contact us at: </a:t>
            </a:r>
            <a:r>
              <a:rPr lang="en-US" sz="900" u="sng">
                <a:solidFill>
                  <a:schemeClr val="bg1"/>
                </a:solidFill>
                <a:latin typeface="Amazon Ember" panose="02000000000000000000" pitchFamily="2" charset="0"/>
                <a:ea typeface="Amazon Ember" panose="02000000000000000000" pitchFamily="2" charset="0"/>
                <a:cs typeface="Amazon Ember Light" charset="0"/>
              </a:rPr>
              <a:t>https://aws.amazon.com/contact-us/aws-training/</a:t>
            </a:r>
            <a:r>
              <a:rPr lang="en-US" sz="900">
                <a:solidFill>
                  <a:schemeClr val="bg1"/>
                </a:solidFill>
                <a:latin typeface="Amazon Ember" panose="02000000000000000000" pitchFamily="2" charset="0"/>
                <a:ea typeface="Amazon Ember" panose="02000000000000000000" pitchFamily="2" charset="0"/>
                <a:cs typeface="Amazon Ember Light" charset="0"/>
              </a:rPr>
              <a:t>. All trademarks are the property of their owners.</a:t>
            </a:r>
          </a:p>
          <a:p>
            <a:pPr algn="just"/>
            <a:endParaRPr lang="en-US" sz="900">
              <a:latin typeface="Amazon Ember" panose="02000000000000000000" pitchFamily="2" charset="0"/>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376066979"/>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panose="02000000000000000000" pitchFamily="2" charset="0"/>
                <a:ea typeface="Amazon Ember" panose="02000000000000000000" pitchFamily="2"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1pPr>
            <a:lvl2pPr marL="974725"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2pPr>
            <a:lvl3pPr marL="1428750" indent="-4572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3pPr>
            <a:lvl4pPr marL="16002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4pPr>
            <a:lvl5pPr marL="2057400" indent="-228600">
              <a:buFontTx/>
              <a:buBlip>
                <a:blip r:embed="rId4"/>
              </a:buBlip>
              <a:defRPr b="0" i="0">
                <a:solidFill>
                  <a:schemeClr val="tx1"/>
                </a:solidFill>
                <a:latin typeface="Amazon Ember" panose="02000000000000000000" pitchFamily="2" charset="0"/>
                <a:ea typeface="Amazon Ember" panose="02000000000000000000" pitchFamily="2"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fld id="{9FC43BFD-8FF7-A343-A8A6-E2338FCE8046}" type="slidenum">
              <a:rPr lang="en-US" smtClean="0"/>
              <a:pPr/>
              <a:t>‹#›</a:t>
            </a:fld>
            <a:endParaRPr lang="en-US"/>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10" name="TextBox 9"/>
          <p:cNvSpPr txBox="1"/>
          <p:nvPr userDrawn="1"/>
        </p:nvSpPr>
        <p:spPr>
          <a:xfrm>
            <a:off x="251791" y="6480313"/>
            <a:ext cx="4108174" cy="400110"/>
          </a:xfrm>
          <a:prstGeom prst="rect">
            <a:avLst/>
          </a:prstGeom>
          <a:noFill/>
        </p:spPr>
        <p:txBody>
          <a:bodyPr wrap="square" rtlCol="0">
            <a:spAutoFit/>
          </a:bodyPr>
          <a:lstStyle/>
          <a:p>
            <a:r>
              <a:rPr lang="en-US" sz="1000" b="0" i="0">
                <a:solidFill>
                  <a:schemeClr val="tx1">
                    <a:lumMod val="85000"/>
                    <a:lumOff val="15000"/>
                  </a:schemeClr>
                </a:solidFill>
                <a:latin typeface="Amazon Ember" panose="02000000000000000000" pitchFamily="2" charset="0"/>
                <a:ea typeface="Amazon Ember" panose="02000000000000000000" pitchFamily="2"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40040534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C3AF6D-2BEF-7049-86B4-BA8E93A54A93}"/>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5" name="Text Placeholder 3">
            <a:extLst>
              <a:ext uri="{FF2B5EF4-FFF2-40B4-BE49-F238E27FC236}">
                <a16:creationId xmlns:a16="http://schemas.microsoft.com/office/drawing/2014/main" id="{984EADBC-1FCF-4148-AFB8-F0370FE66BDA}"/>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7" name="Picture 6">
            <a:extLst>
              <a:ext uri="{FF2B5EF4-FFF2-40B4-BE49-F238E27FC236}">
                <a16:creationId xmlns:a16="http://schemas.microsoft.com/office/drawing/2014/main" id="{63FC9937-4309-1345-9FFE-12A8DD2FC6B5}"/>
              </a:ext>
            </a:extLst>
          </p:cNvPr>
          <p:cNvPicPr>
            <a:picLocks noChangeAspect="1"/>
          </p:cNvPicPr>
          <p:nvPr userDrawn="1"/>
        </p:nvPicPr>
        <p:blipFill>
          <a:blip r:embed="rId4"/>
          <a:stretch>
            <a:fillRect/>
          </a:stretch>
        </p:blipFill>
        <p:spPr>
          <a:xfrm>
            <a:off x="9931098" y="6089839"/>
            <a:ext cx="1772656" cy="449073"/>
          </a:xfrm>
          <a:prstGeom prst="rect">
            <a:avLst/>
          </a:prstGeom>
        </p:spPr>
      </p:pic>
      <p:sp>
        <p:nvSpPr>
          <p:cNvPr id="3" name="Footer Placeholder 2"/>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285889618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58223B2-799A-5246-A4C6-C8BB64215826}"/>
              </a:ext>
            </a:extLst>
          </p:cNvPr>
          <p:cNvSpPr/>
          <p:nvPr userDrawn="1"/>
        </p:nvSpPr>
        <p:spPr>
          <a:xfrm>
            <a:off x="0" y="0"/>
            <a:ext cx="12192000" cy="6858000"/>
          </a:xfrm>
          <a:prstGeom prst="rect">
            <a:avLst/>
          </a:prstGeom>
          <a:solidFill>
            <a:srgbClr val="232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4" name="Title 1">
            <a:extLst>
              <a:ext uri="{FF2B5EF4-FFF2-40B4-BE49-F238E27FC236}">
                <a16:creationId xmlns:a16="http://schemas.microsoft.com/office/drawing/2014/main" id="{B407F2DB-F618-9B42-B761-D4AC79DC3498}"/>
              </a:ext>
            </a:extLst>
          </p:cNvPr>
          <p:cNvSpPr>
            <a:spLocks noGrp="1"/>
          </p:cNvSpPr>
          <p:nvPr>
            <p:ph type="title"/>
          </p:nvPr>
        </p:nvSpPr>
        <p:spPr>
          <a:xfrm>
            <a:off x="419100" y="3191940"/>
            <a:ext cx="11353800" cy="474119"/>
          </a:xfrm>
        </p:spPr>
        <p:txBody>
          <a:bodyPr>
            <a:noAutofit/>
          </a:bodyPr>
          <a:lstStyle>
            <a:lvl1pPr>
              <a:defRPr sz="6000">
                <a:solidFill>
                  <a:schemeClr val="bg1"/>
                </a:solidFill>
              </a:defRPr>
            </a:lvl1pPr>
          </a:lstStyle>
          <a:p>
            <a:r>
              <a:rPr lang="en-US"/>
              <a:t>Click to edit Master title style</a:t>
            </a:r>
          </a:p>
        </p:txBody>
      </p:sp>
      <p:sp>
        <p:nvSpPr>
          <p:cNvPr id="15" name="Text Placeholder 3">
            <a:extLst>
              <a:ext uri="{FF2B5EF4-FFF2-40B4-BE49-F238E27FC236}">
                <a16:creationId xmlns:a16="http://schemas.microsoft.com/office/drawing/2014/main" id="{7A5CC2AB-7462-6949-B0CC-D453D58B64D6}"/>
              </a:ext>
            </a:extLst>
          </p:cNvPr>
          <p:cNvSpPr>
            <a:spLocks noGrp="1"/>
          </p:cNvSpPr>
          <p:nvPr>
            <p:ph type="body" sz="quarter" idx="10" hasCustomPrompt="1"/>
          </p:nvPr>
        </p:nvSpPr>
        <p:spPr>
          <a:xfrm>
            <a:off x="419100" y="2554356"/>
            <a:ext cx="8059738" cy="488498"/>
          </a:xfrm>
        </p:spPr>
        <p:txBody>
          <a:bodyPr>
            <a:normAutofit/>
          </a:bodyPr>
          <a:lstStyle>
            <a:lvl1pPr marL="0" indent="0">
              <a:buNone/>
              <a:defRPr sz="2000" b="0" spc="30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sp>
        <p:nvSpPr>
          <p:cNvPr id="6" name="Footer Placeholder 4">
            <a:extLst>
              <a:ext uri="{FF2B5EF4-FFF2-40B4-BE49-F238E27FC236}">
                <a16:creationId xmlns:a16="http://schemas.microsoft.com/office/drawing/2014/main" id="{6636900F-FBBE-9846-A194-AC5CF173B39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8" name="Picture 7">
            <a:extLst>
              <a:ext uri="{FF2B5EF4-FFF2-40B4-BE49-F238E27FC236}">
                <a16:creationId xmlns:a16="http://schemas.microsoft.com/office/drawing/2014/main" id="{68A38432-CE99-3E4B-B087-73EB0F09CDB2}"/>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311690777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57AF45B-C20A-5F4E-906A-B043D9D7F28E}"/>
              </a:ext>
            </a:extLst>
          </p:cNvPr>
          <p:cNvSpPr/>
          <p:nvPr userDrawn="1"/>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pic>
        <p:nvPicPr>
          <p:cNvPr id="13" name="Picture 12" descr="A circuit board&#10;&#10;Description automatically generated">
            <a:extLst>
              <a:ext uri="{FF2B5EF4-FFF2-40B4-BE49-F238E27FC236}">
                <a16:creationId xmlns:a16="http://schemas.microsoft.com/office/drawing/2014/main" id="{C0EC8262-9538-E343-BCD0-0911ADA9E7A6}"/>
              </a:ext>
            </a:extLst>
          </p:cNvPr>
          <p:cNvPicPr>
            <a:picLocks noChangeAspect="1"/>
          </p:cNvPicPr>
          <p:nvPr userDrawn="1"/>
        </p:nvPicPr>
        <p:blipFill rotWithShape="1">
          <a:blip r:embed="rId3"/>
          <a:srcRect l="39690" t="3208" r="5228" b="21597"/>
          <a:stretch/>
        </p:blipFill>
        <p:spPr>
          <a:xfrm>
            <a:off x="588712" y="3159360"/>
            <a:ext cx="4537048" cy="3716132"/>
          </a:xfrm>
          <a:prstGeom prst="rect">
            <a:avLst/>
          </a:prstGeom>
        </p:spPr>
      </p:pic>
      <p:sp>
        <p:nvSpPr>
          <p:cNvPr id="4" name="Footer Placeholder 3">
            <a:extLst>
              <a:ext uri="{FF2B5EF4-FFF2-40B4-BE49-F238E27FC236}">
                <a16:creationId xmlns:a16="http://schemas.microsoft.com/office/drawing/2014/main" id="{7D651C47-09F6-C947-968C-92FC59515123}"/>
              </a:ext>
            </a:extLst>
          </p:cNvPr>
          <p:cNvSpPr>
            <a:spLocks noGrp="1"/>
          </p:cNvSpPr>
          <p:nvPr>
            <p:ph type="ftr" sz="quarter" idx="11"/>
          </p:nvPr>
        </p:nvSpPr>
        <p:spPr>
          <a:xfrm>
            <a:off x="7997728" y="6356350"/>
            <a:ext cx="3775172" cy="365125"/>
          </a:xfrm>
          <a:prstGeom prst="rect">
            <a:avLst/>
          </a:prstGeom>
        </p:spPr>
        <p:txBody>
          <a:bodyPr/>
          <a:lstStyle>
            <a:lvl1pPr algn="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2" name="Title 1">
            <a:extLst>
              <a:ext uri="{FF2B5EF4-FFF2-40B4-BE49-F238E27FC236}">
                <a16:creationId xmlns:a16="http://schemas.microsoft.com/office/drawing/2014/main" id="{E454C7EF-17C6-3647-B5A6-45AFD1AE22A3}"/>
              </a:ext>
            </a:extLst>
          </p:cNvPr>
          <p:cNvSpPr>
            <a:spLocks noGrp="1"/>
          </p:cNvSpPr>
          <p:nvPr>
            <p:ph type="title"/>
          </p:nvPr>
        </p:nvSpPr>
        <p:spPr>
          <a:xfrm>
            <a:off x="419100" y="1178376"/>
            <a:ext cx="4268647" cy="1325563"/>
          </a:xfrm>
          <a:prstGeom prst="rect">
            <a:avLst/>
          </a:prstGeom>
        </p:spPr>
        <p:txBody>
          <a:bodyPr/>
          <a:lstStyle>
            <a:lvl1pPr>
              <a:defRPr>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FFDB7B2F-8327-B54A-A6DB-5F4F68ECD970}"/>
              </a:ext>
            </a:extLst>
          </p:cNvPr>
          <p:cNvSpPr>
            <a:spLocks noGrp="1"/>
          </p:cNvSpPr>
          <p:nvPr>
            <p:ph type="sldNum" sz="quarter" idx="10"/>
          </p:nvPr>
        </p:nvSpPr>
        <p:spPr>
          <a:xfrm>
            <a:off x="423657" y="6356350"/>
            <a:ext cx="2743200" cy="365125"/>
          </a:xfrm>
          <a:prstGeom prst="rect">
            <a:avLst/>
          </a:prstGeom>
        </p:spPr>
        <p:txBody>
          <a:bodyPr/>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2" name="Content Placeholder 2">
            <a:extLst>
              <a:ext uri="{FF2B5EF4-FFF2-40B4-BE49-F238E27FC236}">
                <a16:creationId xmlns:a16="http://schemas.microsoft.com/office/drawing/2014/main" id="{0EB2737B-E9EB-5940-81B3-90715BFD4CAC}"/>
              </a:ext>
            </a:extLst>
          </p:cNvPr>
          <p:cNvSpPr>
            <a:spLocks noGrp="1"/>
          </p:cNvSpPr>
          <p:nvPr>
            <p:ph idx="16"/>
          </p:nvPr>
        </p:nvSpPr>
        <p:spPr>
          <a:xfrm>
            <a:off x="5714474" y="1178376"/>
            <a:ext cx="5767612" cy="4814920"/>
          </a:xfrm>
          <a:prstGeom prst="rect">
            <a:avLst/>
          </a:prstGeo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280E0825-B265-3846-8BB3-B9ECFCCA9B2D}"/>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30624191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Subsection Header">
    <p:spTree>
      <p:nvGrpSpPr>
        <p:cNvPr id="1" name=""/>
        <p:cNvGrpSpPr/>
        <p:nvPr/>
      </p:nvGrpSpPr>
      <p:grpSpPr>
        <a:xfrm>
          <a:off x="0" y="0"/>
          <a:ext cx="0" cy="0"/>
          <a:chOff x="0" y="0"/>
          <a:chExt cx="0" cy="0"/>
        </a:xfrm>
      </p:grpSpPr>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10" name="Title 1">
            <a:extLst>
              <a:ext uri="{FF2B5EF4-FFF2-40B4-BE49-F238E27FC236}">
                <a16:creationId xmlns:a16="http://schemas.microsoft.com/office/drawing/2014/main" id="{D0B1C5D0-123C-C948-8FE9-A354E18700B1}"/>
              </a:ext>
            </a:extLst>
          </p:cNvPr>
          <p:cNvSpPr>
            <a:spLocks noGrp="1"/>
          </p:cNvSpPr>
          <p:nvPr>
            <p:ph type="title"/>
          </p:nvPr>
        </p:nvSpPr>
        <p:spPr>
          <a:xfrm>
            <a:off x="419100" y="3191940"/>
            <a:ext cx="11353800" cy="474119"/>
          </a:xfrm>
        </p:spPr>
        <p:txBody>
          <a:bodyPr>
            <a:noAutofit/>
          </a:bodyPr>
          <a:lstStyle>
            <a:lvl1pPr>
              <a:defRPr sz="6000">
                <a:solidFill>
                  <a:schemeClr val="tx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B9293C6B-D94F-304A-A8F4-8745DAD9DF47}"/>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 name="Picture 6">
            <a:extLst>
              <a:ext uri="{FF2B5EF4-FFF2-40B4-BE49-F238E27FC236}">
                <a16:creationId xmlns:a16="http://schemas.microsoft.com/office/drawing/2014/main" id="{3AA315D3-3937-1747-9C2E-0067F12A02F0}"/>
              </a:ext>
            </a:extLst>
          </p:cNvPr>
          <p:cNvPicPr>
            <a:picLocks noChangeAspect="1"/>
          </p:cNvPicPr>
          <p:nvPr userDrawn="1"/>
        </p:nvPicPr>
        <p:blipFill rotWithShape="1">
          <a:blip r:embed="rId3"/>
          <a:srcRect l="75552" t="60520" r="3438" b="3809"/>
          <a:stretch/>
        </p:blipFill>
        <p:spPr>
          <a:xfrm rot="10800000">
            <a:off x="-1" y="-2"/>
            <a:ext cx="2268187" cy="2166103"/>
          </a:xfrm>
          <a:prstGeom prst="rect">
            <a:avLst/>
          </a:prstGeom>
        </p:spPr>
      </p:pic>
      <p:pic>
        <p:nvPicPr>
          <p:cNvPr id="9" name="Picture 8">
            <a:extLst>
              <a:ext uri="{FF2B5EF4-FFF2-40B4-BE49-F238E27FC236}">
                <a16:creationId xmlns:a16="http://schemas.microsoft.com/office/drawing/2014/main" id="{83936176-BBC4-344F-8FD9-CD6D76107A13}"/>
              </a:ext>
            </a:extLst>
          </p:cNvPr>
          <p:cNvPicPr>
            <a:picLocks noChangeAspect="1"/>
          </p:cNvPicPr>
          <p:nvPr userDrawn="1"/>
        </p:nvPicPr>
        <p:blipFill>
          <a:blip r:embed="rId4"/>
          <a:stretch>
            <a:fillRect/>
          </a:stretch>
        </p:blipFill>
        <p:spPr>
          <a:xfrm>
            <a:off x="9909200" y="365126"/>
            <a:ext cx="1772652" cy="449072"/>
          </a:xfrm>
          <a:prstGeom prst="rect">
            <a:avLst/>
          </a:prstGeom>
        </p:spPr>
      </p:pic>
    </p:spTree>
    <p:custDataLst>
      <p:tags r:id="rId1"/>
    </p:custDataLst>
    <p:extLst>
      <p:ext uri="{BB962C8B-B14F-4D97-AF65-F5344CB8AC3E}">
        <p14:creationId xmlns:p14="http://schemas.microsoft.com/office/powerpoint/2010/main" val="132097092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One Colum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p:nvPr>
        </p:nvSpPr>
        <p:spPr>
          <a:xfrm>
            <a:off x="419100" y="1528175"/>
            <a:ext cx="11353800"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5"/>
            <a:ext cx="1772656" cy="449073"/>
          </a:xfrm>
          <a:prstGeom prst="rect">
            <a:avLst/>
          </a:prstGeom>
        </p:spPr>
      </p:pic>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Tree>
    <p:custDataLst>
      <p:tags r:id="rId1"/>
    </p:custDataLst>
    <p:extLst>
      <p:ext uri="{BB962C8B-B14F-4D97-AF65-F5344CB8AC3E}">
        <p14:creationId xmlns:p14="http://schemas.microsoft.com/office/powerpoint/2010/main" val="39705489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p:nvPr>
        </p:nvSpPr>
        <p:spPr>
          <a:xfrm>
            <a:off x="6246312" y="1524228"/>
            <a:ext cx="5504688" cy="4648788"/>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BF6D2BA4-6287-854B-A5A3-81A95726CF44}"/>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6787476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A4BB6E3-A058-A34B-A1A1-FE195D499725}"/>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1" y="365125"/>
            <a:ext cx="9037416"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p:nvPr>
        </p:nvSpPr>
        <p:spPr>
          <a:xfrm>
            <a:off x="419100"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5" name="Content Placeholder 2">
            <a:extLst>
              <a:ext uri="{FF2B5EF4-FFF2-40B4-BE49-F238E27FC236}">
                <a16:creationId xmlns:a16="http://schemas.microsoft.com/office/drawing/2014/main" id="{0C6EC767-E7A4-C245-BAA4-960E5F2420E0}"/>
              </a:ext>
            </a:extLst>
          </p:cNvPr>
          <p:cNvSpPr>
            <a:spLocks noGrp="1"/>
          </p:cNvSpPr>
          <p:nvPr>
            <p:ph idx="13"/>
          </p:nvPr>
        </p:nvSpPr>
        <p:spPr>
          <a:xfrm>
            <a:off x="8173686"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F3CCBCC6-BD7A-204B-A666-6793093190FD}"/>
              </a:ext>
            </a:extLst>
          </p:cNvPr>
          <p:cNvSpPr>
            <a:spLocks noGrp="1"/>
          </p:cNvSpPr>
          <p:nvPr>
            <p:ph idx="14"/>
          </p:nvPr>
        </p:nvSpPr>
        <p:spPr>
          <a:xfrm>
            <a:off x="4314209" y="1528175"/>
            <a:ext cx="3593592" cy="4645152"/>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AED9FF8-3030-4E4D-ADC0-FA2315FD54F2}"/>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4" name="Picture 13">
            <a:extLst>
              <a:ext uri="{FF2B5EF4-FFF2-40B4-BE49-F238E27FC236}">
                <a16:creationId xmlns:a16="http://schemas.microsoft.com/office/drawing/2014/main" id="{BCD2DB21-CEFB-4A4D-B8DA-776FFE4E65ED}"/>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9112083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B7529A25-CD85-DB42-9175-A545162F4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100"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1"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4" name="Content Placeholder 2">
            <a:extLst>
              <a:ext uri="{FF2B5EF4-FFF2-40B4-BE49-F238E27FC236}">
                <a16:creationId xmlns:a16="http://schemas.microsoft.com/office/drawing/2014/main" id="{E73D202D-7B57-2643-80ED-BF68CDD1CDB3}"/>
              </a:ext>
            </a:extLst>
          </p:cNvPr>
          <p:cNvSpPr>
            <a:spLocks noGrp="1"/>
          </p:cNvSpPr>
          <p:nvPr>
            <p:ph idx="16"/>
          </p:nvPr>
        </p:nvSpPr>
        <p:spPr>
          <a:xfrm>
            <a:off x="6249885" y="2041932"/>
            <a:ext cx="5504688"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2">
            <a:extLst>
              <a:ext uri="{FF2B5EF4-FFF2-40B4-BE49-F238E27FC236}">
                <a16:creationId xmlns:a16="http://schemas.microsoft.com/office/drawing/2014/main" id="{DDC3C2DA-3EB0-FE4D-8393-500CDB18693C}"/>
              </a:ext>
            </a:extLst>
          </p:cNvPr>
          <p:cNvSpPr>
            <a:spLocks noGrp="1"/>
          </p:cNvSpPr>
          <p:nvPr>
            <p:ph type="body" sz="quarter" idx="17"/>
          </p:nvPr>
        </p:nvSpPr>
        <p:spPr>
          <a:xfrm>
            <a:off x="6249886" y="1524000"/>
            <a:ext cx="5504688"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6552EEA6-13B7-F947-9C14-50FE8967965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503D402F-215B-FB47-825A-3E2774C59C1B}"/>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28961400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704F4F9-D03D-9741-91BE-D52E962C5051}"/>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Content Placeholder 2">
            <a:extLst>
              <a:ext uri="{FF2B5EF4-FFF2-40B4-BE49-F238E27FC236}">
                <a16:creationId xmlns:a16="http://schemas.microsoft.com/office/drawing/2014/main" id="{1EBC76E4-C45C-574F-A82B-828C66343888}"/>
              </a:ext>
            </a:extLst>
          </p:cNvPr>
          <p:cNvSpPr>
            <a:spLocks noGrp="1"/>
          </p:cNvSpPr>
          <p:nvPr>
            <p:ph idx="14"/>
          </p:nvPr>
        </p:nvSpPr>
        <p:spPr>
          <a:xfrm>
            <a:off x="419099" y="2041932"/>
            <a:ext cx="11335473" cy="4131084"/>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9100" y="1524000"/>
            <a:ext cx="11335473" cy="517932"/>
          </a:xfrm>
        </p:spPr>
        <p:txBody>
          <a:bodyPr>
            <a:noAutofit/>
          </a:bodyPr>
          <a:lstStyle>
            <a:lvl1pPr marL="0" indent="0">
              <a:buNone/>
              <a:defRPr sz="3200" b="0">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Edit Master text styles</a:t>
            </a:r>
          </a:p>
        </p:txBody>
      </p:sp>
      <p:sp>
        <p:nvSpPr>
          <p:cNvPr id="10" name="Footer Placeholder 4">
            <a:extLst>
              <a:ext uri="{FF2B5EF4-FFF2-40B4-BE49-F238E27FC236}">
                <a16:creationId xmlns:a16="http://schemas.microsoft.com/office/drawing/2014/main" id="{99B9B80A-7CBE-8F4D-B2B0-66F7C285B4D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5" name="Picture 14">
            <a:extLst>
              <a:ext uri="{FF2B5EF4-FFF2-40B4-BE49-F238E27FC236}">
                <a16:creationId xmlns:a16="http://schemas.microsoft.com/office/drawing/2014/main" id="{2D28D2B2-887B-C449-B54F-A6016CBDBCB1}"/>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58153971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Cod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EC45EB5-28C4-4544-A323-D73218CA9315}"/>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FBB0127-ED7F-7C41-B530-EB0C6E8B5AE1}"/>
              </a:ext>
            </a:extLst>
          </p:cNvPr>
          <p:cNvSpPr>
            <a:spLocks noGrp="1"/>
          </p:cNvSpPr>
          <p:nvPr>
            <p:ph idx="1" hasCustomPrompt="1"/>
          </p:nvPr>
        </p:nvSpPr>
        <p:spPr>
          <a:xfrm>
            <a:off x="419100" y="1528175"/>
            <a:ext cx="11353800" cy="4648788"/>
          </a:xfrm>
        </p:spPr>
        <p:txBody>
          <a:bodyPr>
            <a:noAutofit/>
          </a:bodyPr>
          <a:lstStyle>
            <a:lvl1pPr marL="0" indent="0">
              <a:buNone/>
              <a:defRPr sz="1400">
                <a:solidFill>
                  <a:schemeClr val="tx1"/>
                </a:solidFill>
                <a:latin typeface="Lucida Console" panose="020B0609040504020204" pitchFamily="49" charset="0"/>
              </a:defRPr>
            </a:lvl1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6" name="Slide Number Placeholder 5">
            <a:extLst>
              <a:ext uri="{FF2B5EF4-FFF2-40B4-BE49-F238E27FC236}">
                <a16:creationId xmlns:a16="http://schemas.microsoft.com/office/drawing/2014/main" id="{F93D8A33-23FE-0C4F-9E8F-25B4C5AE7E2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Footer Placeholder 4">
            <a:extLst>
              <a:ext uri="{FF2B5EF4-FFF2-40B4-BE49-F238E27FC236}">
                <a16:creationId xmlns:a16="http://schemas.microsoft.com/office/drawing/2014/main" id="{BE8EE179-7D32-EC44-9957-395A214B62C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8" name="Picture 7">
            <a:extLst>
              <a:ext uri="{FF2B5EF4-FFF2-40B4-BE49-F238E27FC236}">
                <a16:creationId xmlns:a16="http://schemas.microsoft.com/office/drawing/2014/main" id="{FD64CDEF-A244-5649-B243-5BDF609659DF}"/>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2360888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de 2 Up">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1350FA4A-B00E-C044-8FFB-45BB9BA4C7DB}"/>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F3BB2B80-1B59-A143-BE75-CCD366DF7CE5}"/>
              </a:ext>
            </a:extLst>
          </p:cNvPr>
          <p:cNvSpPr>
            <a:spLocks noGrp="1"/>
          </p:cNvSpPr>
          <p:nvPr>
            <p:ph idx="1" hasCustomPrompt="1"/>
          </p:nvPr>
        </p:nvSpPr>
        <p:spPr>
          <a:xfrm>
            <a:off x="419100" y="1528175"/>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a:p>
            <a:pPr lvl="0"/>
            <a:endParaRPr lang="en-US"/>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Content Placeholder 2">
            <a:extLst>
              <a:ext uri="{FF2B5EF4-FFF2-40B4-BE49-F238E27FC236}">
                <a16:creationId xmlns:a16="http://schemas.microsoft.com/office/drawing/2014/main" id="{D773890F-7993-BE4F-83AC-886113878E8D}"/>
              </a:ext>
            </a:extLst>
          </p:cNvPr>
          <p:cNvSpPr>
            <a:spLocks noGrp="1"/>
          </p:cNvSpPr>
          <p:nvPr>
            <p:ph idx="13" hasCustomPrompt="1"/>
          </p:nvPr>
        </p:nvSpPr>
        <p:spPr>
          <a:xfrm>
            <a:off x="6246312" y="1524228"/>
            <a:ext cx="5504688" cy="4648788"/>
          </a:xfrm>
        </p:spPr>
        <p:txBody>
          <a:bodyPr>
            <a:noAutofit/>
          </a:bodyPr>
          <a:lstStyle>
            <a:lvl1pPr marL="0" indent="0">
              <a:buNone/>
              <a:defRPr sz="1400">
                <a:solidFill>
                  <a:schemeClr val="tx1"/>
                </a:solidFill>
                <a:latin typeface="Lucida Console" panose="020B0609040504020204" pitchFamily="49"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 Syntax Test file for 68k Assembly code</a:t>
            </a:r>
          </a:p>
          <a:p>
            <a:pPr lvl="0"/>
            <a:r>
              <a:rPr lang="en-US"/>
              <a:t>; Some comments about this file</a:t>
            </a:r>
          </a:p>
          <a:p>
            <a:pPr lvl="0"/>
            <a:r>
              <a:rPr lang="en-US"/>
              <a:t>.D0 00000000</a:t>
            </a:r>
          </a:p>
          <a:p>
            <a:pPr lvl="0"/>
            <a:r>
              <a:rPr lang="en-US"/>
              <a:t>MS 2100 00000002</a:t>
            </a:r>
          </a:p>
          <a:p>
            <a:pPr lvl="0"/>
            <a:r>
              <a:rPr lang="en-US"/>
              <a:t>MM 2000;DI</a:t>
            </a:r>
          </a:p>
          <a:p>
            <a:pPr lvl="0"/>
            <a:r>
              <a:rPr lang="en-US"/>
              <a:t>LEA.L $002100,A1</a:t>
            </a:r>
          </a:p>
          <a:p>
            <a:pPr lvl="0"/>
            <a:r>
              <a:rPr lang="en-US"/>
              <a:t>MOVE.L #2,-(A1)</a:t>
            </a:r>
          </a:p>
          <a:p>
            <a:pPr lvl="0"/>
            <a:r>
              <a:rPr lang="en-US"/>
              <a:t>BSR $00002050</a:t>
            </a:r>
          </a:p>
          <a:p>
            <a:pPr lvl="0"/>
            <a:r>
              <a:rPr lang="en-US"/>
              <a:t>MM 2050;DI</a:t>
            </a:r>
          </a:p>
          <a:p>
            <a:pPr lvl="0"/>
            <a:r>
              <a:rPr lang="en-US"/>
              <a:t>MOVE.L (A1)+,D1</a:t>
            </a:r>
          </a:p>
          <a:p>
            <a:pPr lvl="0"/>
            <a:r>
              <a:rPr lang="en-US"/>
              <a:t>MOVE.L (A1),D2</a:t>
            </a:r>
          </a:p>
          <a:p>
            <a:pPr lvl="0"/>
            <a:r>
              <a:rPr lang="en-US"/>
              <a:t>ADD.L D1,D2</a:t>
            </a:r>
          </a:p>
          <a:p>
            <a:pPr lvl="0"/>
            <a:r>
              <a:rPr lang="en-US"/>
              <a:t>MOVE.L D2,D0</a:t>
            </a:r>
          </a:p>
          <a:p>
            <a:pPr lvl="0"/>
            <a:r>
              <a:rPr lang="en-US"/>
              <a:t>RTS</a:t>
            </a:r>
          </a:p>
        </p:txBody>
      </p:sp>
      <p:sp>
        <p:nvSpPr>
          <p:cNvPr id="13" name="Footer Placeholder 4">
            <a:extLst>
              <a:ext uri="{FF2B5EF4-FFF2-40B4-BE49-F238E27FC236}">
                <a16:creationId xmlns:a16="http://schemas.microsoft.com/office/drawing/2014/main" id="{69573A30-3961-C94C-A15D-1FC70640BAA5}"/>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B49C5B5F-9EDC-CD4D-BA0B-49411FD11BBC}"/>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1483574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Pictur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071635C-7AC2-B54A-9C0A-2EECB1A91D6A}"/>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2679192" cy="2103120"/>
          </a:xfrm>
        </p:spPr>
        <p:txBody>
          <a:bodyPr>
            <a:noAutofit/>
          </a:bodyPr>
          <a:lstStyle>
            <a:lvl1pPr marL="0" indent="0">
              <a:buNone/>
              <a:defRPr/>
            </a:lvl1pPr>
          </a:lstStyle>
          <a:p>
            <a:endParaRPr lang="en-US"/>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2" name="Picture Placeholder 3">
            <a:extLst>
              <a:ext uri="{FF2B5EF4-FFF2-40B4-BE49-F238E27FC236}">
                <a16:creationId xmlns:a16="http://schemas.microsoft.com/office/drawing/2014/main" id="{2FA06701-76A6-3548-BF51-E4429F8C741A}"/>
              </a:ext>
            </a:extLst>
          </p:cNvPr>
          <p:cNvSpPr>
            <a:spLocks noGrp="1"/>
          </p:cNvSpPr>
          <p:nvPr>
            <p:ph type="pic" sz="quarter" idx="20"/>
          </p:nvPr>
        </p:nvSpPr>
        <p:spPr>
          <a:xfrm>
            <a:off x="9093708" y="1524000"/>
            <a:ext cx="2679192" cy="2103120"/>
          </a:xfrm>
        </p:spPr>
        <p:txBody>
          <a:bodyPr>
            <a:noAutofit/>
          </a:bodyPr>
          <a:lstStyle>
            <a:lvl1pPr marL="0" indent="0">
              <a:buNone/>
              <a:defRPr/>
            </a:lvl1pPr>
          </a:lstStyle>
          <a:p>
            <a:endParaRPr lang="en-US"/>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200777"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4" name="Picture Placeholder 3">
            <a:extLst>
              <a:ext uri="{FF2B5EF4-FFF2-40B4-BE49-F238E27FC236}">
                <a16:creationId xmlns:a16="http://schemas.microsoft.com/office/drawing/2014/main" id="{47F48B9A-256D-954A-AA08-55B5777556AD}"/>
              </a:ext>
            </a:extLst>
          </p:cNvPr>
          <p:cNvSpPr>
            <a:spLocks noGrp="1"/>
          </p:cNvSpPr>
          <p:nvPr>
            <p:ph type="pic" sz="quarter" idx="22"/>
          </p:nvPr>
        </p:nvSpPr>
        <p:spPr>
          <a:xfrm>
            <a:off x="6210469" y="1524000"/>
            <a:ext cx="2679192" cy="2103120"/>
          </a:xfrm>
        </p:spPr>
        <p:txBody>
          <a:bodyPr>
            <a:noAutofit/>
          </a:bodyPr>
          <a:lstStyle>
            <a:lvl1pPr marL="0" indent="0">
              <a:buNone/>
              <a:defRPr/>
            </a:lvl1pPr>
          </a:lstStyle>
          <a:p>
            <a:endParaRPr lang="en-US"/>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3793944"/>
            <a:ext cx="2686416" cy="303043"/>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6" name="Picture Placeholder 3">
            <a:extLst>
              <a:ext uri="{FF2B5EF4-FFF2-40B4-BE49-F238E27FC236}">
                <a16:creationId xmlns:a16="http://schemas.microsoft.com/office/drawing/2014/main" id="{C1BCDD9F-46DB-5745-913B-E11E7BEBDA8C}"/>
              </a:ext>
            </a:extLst>
          </p:cNvPr>
          <p:cNvSpPr>
            <a:spLocks noGrp="1"/>
          </p:cNvSpPr>
          <p:nvPr>
            <p:ph type="pic" sz="quarter" idx="24"/>
          </p:nvPr>
        </p:nvSpPr>
        <p:spPr>
          <a:xfrm>
            <a:off x="3322302" y="1524000"/>
            <a:ext cx="2679192" cy="2103120"/>
          </a:xfrm>
        </p:spPr>
        <p:txBody>
          <a:bodyPr>
            <a:noAutofit/>
          </a:bodyPr>
          <a:lstStyle>
            <a:lvl1pPr marL="0" indent="0">
              <a:buNone/>
              <a:defRPr/>
            </a:lvl1pPr>
          </a:lstStyle>
          <a:p>
            <a:endParaRPr lang="en-US"/>
          </a:p>
        </p:txBody>
      </p:sp>
      <p:sp>
        <p:nvSpPr>
          <p:cNvPr id="14" name="Footer Placeholder 4">
            <a:extLst>
              <a:ext uri="{FF2B5EF4-FFF2-40B4-BE49-F238E27FC236}">
                <a16:creationId xmlns:a16="http://schemas.microsoft.com/office/drawing/2014/main" id="{075ED423-869B-CA42-83F6-A40BF01C3EBF}"/>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6" name="Picture 15">
            <a:extLst>
              <a:ext uri="{FF2B5EF4-FFF2-40B4-BE49-F238E27FC236}">
                <a16:creationId xmlns:a16="http://schemas.microsoft.com/office/drawing/2014/main" id="{49A7927A-C274-E848-B9FC-75CF0763AED5}"/>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113020380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6 Picture">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67E9E421-0C28-B445-BB5D-267DD5F8BA23}"/>
              </a:ext>
            </a:extLst>
          </p:cNvPr>
          <p:cNvPicPr>
            <a:picLocks/>
          </p:cNvPicPr>
          <p:nvPr userDrawn="1"/>
        </p:nvPicPr>
        <p:blipFill>
          <a:blip r:embed="rId3"/>
          <a:stretch>
            <a:fillRect/>
          </a:stretch>
        </p:blipFill>
        <p:spPr>
          <a:xfrm>
            <a:off x="2469" y="5"/>
            <a:ext cx="12188952" cy="1143000"/>
          </a:xfrm>
          <a:prstGeom prst="rect">
            <a:avLst/>
          </a:prstGeom>
        </p:spPr>
      </p:pic>
      <p:sp>
        <p:nvSpPr>
          <p:cNvPr id="9" name="Title 1">
            <a:extLst>
              <a:ext uri="{FF2B5EF4-FFF2-40B4-BE49-F238E27FC236}">
                <a16:creationId xmlns:a16="http://schemas.microsoft.com/office/drawing/2014/main" id="{2CEC7003-BF6D-1A45-8C4D-387CA8F02C29}"/>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0"/>
            <a:ext cx="2743200" cy="365125"/>
          </a:xfrm>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p:nvPr>
        </p:nvSpPr>
        <p:spPr>
          <a:xfrm>
            <a:off x="419100" y="1524000"/>
            <a:ext cx="3611880" cy="1755648"/>
          </a:xfrm>
        </p:spPr>
        <p:txBody>
          <a:bodyPr>
            <a:noAutofit/>
          </a:bodyPr>
          <a:lstStyle>
            <a:lvl1pPr marL="0" indent="0">
              <a:buNone/>
              <a:defRPr>
                <a:solidFill>
                  <a:schemeClr val="tx1"/>
                </a:solidFill>
              </a:defRPr>
            </a:lvl1pPr>
          </a:lstStyle>
          <a:p>
            <a:endParaRPr lang="en-US"/>
          </a:p>
        </p:txBody>
      </p:sp>
      <p:sp>
        <p:nvSpPr>
          <p:cNvPr id="18" name="Text Placeholder 2">
            <a:extLst>
              <a:ext uri="{FF2B5EF4-FFF2-40B4-BE49-F238E27FC236}">
                <a16:creationId xmlns:a16="http://schemas.microsoft.com/office/drawing/2014/main" id="{CEC6ED8A-9A35-254F-9CF6-1EFE9B38709A}"/>
              </a:ext>
            </a:extLst>
          </p:cNvPr>
          <p:cNvSpPr>
            <a:spLocks noGrp="1"/>
          </p:cNvSpPr>
          <p:nvPr>
            <p:ph type="body" sz="quarter" idx="19"/>
          </p:nvPr>
        </p:nvSpPr>
        <p:spPr>
          <a:xfrm>
            <a:off x="8153796"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19" name="Picture Placeholder 3">
            <a:extLst>
              <a:ext uri="{FF2B5EF4-FFF2-40B4-BE49-F238E27FC236}">
                <a16:creationId xmlns:a16="http://schemas.microsoft.com/office/drawing/2014/main" id="{1F03C714-8C12-1648-A7BE-ED7D107E4A53}"/>
              </a:ext>
            </a:extLst>
          </p:cNvPr>
          <p:cNvSpPr>
            <a:spLocks noGrp="1"/>
          </p:cNvSpPr>
          <p:nvPr>
            <p:ph type="pic" sz="quarter" idx="20"/>
          </p:nvPr>
        </p:nvSpPr>
        <p:spPr>
          <a:xfrm>
            <a:off x="8161020" y="1524000"/>
            <a:ext cx="3611880" cy="1755648"/>
          </a:xfrm>
        </p:spPr>
        <p:txBody>
          <a:bodyPr>
            <a:noAutofit/>
          </a:bodyPr>
          <a:lstStyle>
            <a:lvl1pPr marL="0" indent="0">
              <a:buNone/>
              <a:defRPr/>
            </a:lvl1pPr>
          </a:lstStyle>
          <a:p>
            <a:endParaRPr lang="en-US"/>
          </a:p>
        </p:txBody>
      </p:sp>
      <p:sp>
        <p:nvSpPr>
          <p:cNvPr id="20" name="Text Placeholder 2">
            <a:extLst>
              <a:ext uri="{FF2B5EF4-FFF2-40B4-BE49-F238E27FC236}">
                <a16:creationId xmlns:a16="http://schemas.microsoft.com/office/drawing/2014/main" id="{22929504-2B50-874B-A16E-F37A03279EC7}"/>
              </a:ext>
            </a:extLst>
          </p:cNvPr>
          <p:cNvSpPr>
            <a:spLocks noGrp="1"/>
          </p:cNvSpPr>
          <p:nvPr>
            <p:ph type="body" sz="quarter" idx="21"/>
          </p:nvPr>
        </p:nvSpPr>
        <p:spPr>
          <a:xfrm>
            <a:off x="4294312" y="3446471"/>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27" name="Picture Placeholder 3">
            <a:extLst>
              <a:ext uri="{FF2B5EF4-FFF2-40B4-BE49-F238E27FC236}">
                <a16:creationId xmlns:a16="http://schemas.microsoft.com/office/drawing/2014/main" id="{B331369C-8691-264D-B80A-CEAC8AD3CDE6}"/>
              </a:ext>
            </a:extLst>
          </p:cNvPr>
          <p:cNvSpPr>
            <a:spLocks noGrp="1"/>
          </p:cNvSpPr>
          <p:nvPr>
            <p:ph type="pic" sz="quarter" idx="22"/>
          </p:nvPr>
        </p:nvSpPr>
        <p:spPr>
          <a:xfrm>
            <a:off x="4301536" y="1524000"/>
            <a:ext cx="3611880" cy="1755648"/>
          </a:xfrm>
        </p:spPr>
        <p:txBody>
          <a:bodyPr>
            <a:noAutofit/>
          </a:bodyPr>
          <a:lstStyle>
            <a:lvl1pPr marL="0" indent="0">
              <a:buNone/>
              <a:defRPr/>
            </a:lvl1pPr>
          </a:lstStyle>
          <a:p>
            <a:endParaRPr lang="en-US"/>
          </a:p>
        </p:txBody>
      </p:sp>
      <p:sp>
        <p:nvSpPr>
          <p:cNvPr id="34" name="Text Placeholder 2">
            <a:extLst>
              <a:ext uri="{FF2B5EF4-FFF2-40B4-BE49-F238E27FC236}">
                <a16:creationId xmlns:a16="http://schemas.microsoft.com/office/drawing/2014/main" id="{B9AA5E4E-EA30-7144-B43C-3BC38200353D}"/>
              </a:ext>
            </a:extLst>
          </p:cNvPr>
          <p:cNvSpPr>
            <a:spLocks noGrp="1"/>
          </p:cNvSpPr>
          <p:nvPr>
            <p:ph type="body" sz="quarter" idx="23"/>
          </p:nvPr>
        </p:nvSpPr>
        <p:spPr>
          <a:xfrm>
            <a:off x="41187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5" name="Picture Placeholder 3">
            <a:extLst>
              <a:ext uri="{FF2B5EF4-FFF2-40B4-BE49-F238E27FC236}">
                <a16:creationId xmlns:a16="http://schemas.microsoft.com/office/drawing/2014/main" id="{57601697-5763-1649-956A-0E3F39DE563B}"/>
              </a:ext>
            </a:extLst>
          </p:cNvPr>
          <p:cNvSpPr>
            <a:spLocks noGrp="1"/>
          </p:cNvSpPr>
          <p:nvPr>
            <p:ph type="pic" sz="quarter" idx="24"/>
          </p:nvPr>
        </p:nvSpPr>
        <p:spPr>
          <a:xfrm>
            <a:off x="419100" y="3934689"/>
            <a:ext cx="3611880" cy="1755648"/>
          </a:xfrm>
        </p:spPr>
        <p:txBody>
          <a:bodyPr>
            <a:noAutofit/>
          </a:bodyPr>
          <a:lstStyle>
            <a:lvl1pPr marL="0" indent="0">
              <a:buNone/>
              <a:defRPr>
                <a:solidFill>
                  <a:schemeClr val="tx1"/>
                </a:solidFill>
              </a:defRPr>
            </a:lvl1pPr>
          </a:lstStyle>
          <a:p>
            <a:endParaRPr lang="en-US"/>
          </a:p>
        </p:txBody>
      </p:sp>
      <p:sp>
        <p:nvSpPr>
          <p:cNvPr id="36" name="Text Placeholder 2">
            <a:extLst>
              <a:ext uri="{FF2B5EF4-FFF2-40B4-BE49-F238E27FC236}">
                <a16:creationId xmlns:a16="http://schemas.microsoft.com/office/drawing/2014/main" id="{09672F95-1B0D-D44F-96FA-DEB0E07403A7}"/>
              </a:ext>
            </a:extLst>
          </p:cNvPr>
          <p:cNvSpPr>
            <a:spLocks noGrp="1"/>
          </p:cNvSpPr>
          <p:nvPr>
            <p:ph type="body" sz="quarter" idx="25"/>
          </p:nvPr>
        </p:nvSpPr>
        <p:spPr>
          <a:xfrm>
            <a:off x="8153796"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7" name="Picture Placeholder 3">
            <a:extLst>
              <a:ext uri="{FF2B5EF4-FFF2-40B4-BE49-F238E27FC236}">
                <a16:creationId xmlns:a16="http://schemas.microsoft.com/office/drawing/2014/main" id="{D8042A93-9BD7-0147-8441-5442B29A69DE}"/>
              </a:ext>
            </a:extLst>
          </p:cNvPr>
          <p:cNvSpPr>
            <a:spLocks noGrp="1"/>
          </p:cNvSpPr>
          <p:nvPr>
            <p:ph type="pic" sz="quarter" idx="26"/>
          </p:nvPr>
        </p:nvSpPr>
        <p:spPr>
          <a:xfrm>
            <a:off x="8161020" y="3934689"/>
            <a:ext cx="3611880" cy="1755648"/>
          </a:xfrm>
        </p:spPr>
        <p:txBody>
          <a:bodyPr>
            <a:noAutofit/>
          </a:bodyPr>
          <a:lstStyle>
            <a:lvl1pPr marL="0" indent="0">
              <a:buNone/>
              <a:defRPr>
                <a:solidFill>
                  <a:schemeClr val="tx1"/>
                </a:solidFill>
              </a:defRPr>
            </a:lvl1pPr>
          </a:lstStyle>
          <a:p>
            <a:endParaRPr lang="en-US"/>
          </a:p>
        </p:txBody>
      </p:sp>
      <p:sp>
        <p:nvSpPr>
          <p:cNvPr id="38" name="Text Placeholder 2">
            <a:extLst>
              <a:ext uri="{FF2B5EF4-FFF2-40B4-BE49-F238E27FC236}">
                <a16:creationId xmlns:a16="http://schemas.microsoft.com/office/drawing/2014/main" id="{2B0D6062-BB69-D146-8060-14598F894BC4}"/>
              </a:ext>
            </a:extLst>
          </p:cNvPr>
          <p:cNvSpPr>
            <a:spLocks noGrp="1"/>
          </p:cNvSpPr>
          <p:nvPr>
            <p:ph type="body" sz="quarter" idx="27"/>
          </p:nvPr>
        </p:nvSpPr>
        <p:spPr>
          <a:xfrm>
            <a:off x="4294312" y="5857160"/>
            <a:ext cx="3619104" cy="301752"/>
          </a:xfrm>
        </p:spPr>
        <p:txBody>
          <a:bodyPr>
            <a:noAutofit/>
          </a:bodyPr>
          <a:lstStyle>
            <a:lvl1pPr marL="0" indent="0" algn="ctr">
              <a:buNone/>
              <a:defRPr sz="2000" b="0">
                <a:solidFill>
                  <a:schemeClr val="tx1"/>
                </a:solidFill>
              </a:defRPr>
            </a:lvl1pPr>
          </a:lstStyle>
          <a:p>
            <a:pPr lvl="0"/>
            <a:r>
              <a:rPr lang="en-US"/>
              <a:t>Edit Master text styles</a:t>
            </a:r>
          </a:p>
        </p:txBody>
      </p:sp>
      <p:sp>
        <p:nvSpPr>
          <p:cNvPr id="39" name="Picture Placeholder 3">
            <a:extLst>
              <a:ext uri="{FF2B5EF4-FFF2-40B4-BE49-F238E27FC236}">
                <a16:creationId xmlns:a16="http://schemas.microsoft.com/office/drawing/2014/main" id="{750D7242-278D-B24F-A07C-549ACB16E63A}"/>
              </a:ext>
            </a:extLst>
          </p:cNvPr>
          <p:cNvSpPr>
            <a:spLocks noGrp="1"/>
          </p:cNvSpPr>
          <p:nvPr>
            <p:ph type="pic" sz="quarter" idx="28"/>
          </p:nvPr>
        </p:nvSpPr>
        <p:spPr>
          <a:xfrm>
            <a:off x="4301536" y="3934689"/>
            <a:ext cx="3611880" cy="1755648"/>
          </a:xfrm>
        </p:spPr>
        <p:txBody>
          <a:bodyPr>
            <a:noAutofit/>
          </a:bodyPr>
          <a:lstStyle>
            <a:lvl1pPr marL="0" indent="0">
              <a:buNone/>
              <a:defRPr>
                <a:solidFill>
                  <a:schemeClr val="tx1"/>
                </a:solidFill>
              </a:defRPr>
            </a:lvl1pPr>
          </a:lstStyle>
          <a:p>
            <a:endParaRPr lang="en-US"/>
          </a:p>
        </p:txBody>
      </p:sp>
      <p:sp>
        <p:nvSpPr>
          <p:cNvPr id="21" name="Footer Placeholder 4">
            <a:extLst>
              <a:ext uri="{FF2B5EF4-FFF2-40B4-BE49-F238E27FC236}">
                <a16:creationId xmlns:a16="http://schemas.microsoft.com/office/drawing/2014/main" id="{FBF3F200-BB4F-664F-876E-B587463197ED}"/>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23" name="Picture 22">
            <a:extLst>
              <a:ext uri="{FF2B5EF4-FFF2-40B4-BE49-F238E27FC236}">
                <a16:creationId xmlns:a16="http://schemas.microsoft.com/office/drawing/2014/main" id="{C99A9892-B85D-B746-B8F0-8DD0CF1EABE7}"/>
              </a:ext>
            </a:extLst>
          </p:cNvPr>
          <p:cNvPicPr>
            <a:picLocks noChangeAspect="1"/>
          </p:cNvPicPr>
          <p:nvPr userDrawn="1"/>
        </p:nvPicPr>
        <p:blipFill>
          <a:blip r:embed="rId4"/>
          <a:stretch>
            <a:fillRect/>
          </a:stretch>
        </p:blipFill>
        <p:spPr>
          <a:xfrm>
            <a:off x="9909198" y="365125"/>
            <a:ext cx="1772656" cy="449073"/>
          </a:xfrm>
          <a:prstGeom prst="rect">
            <a:avLst/>
          </a:prstGeom>
        </p:spPr>
      </p:pic>
    </p:spTree>
    <p:custDataLst>
      <p:tags r:id="rId1"/>
    </p:custDataLst>
    <p:extLst>
      <p:ext uri="{BB962C8B-B14F-4D97-AF65-F5344CB8AC3E}">
        <p14:creationId xmlns:p14="http://schemas.microsoft.com/office/powerpoint/2010/main" val="396228267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6A4FD3-97EE-8149-9A33-E0E6B1B0C06E}"/>
              </a:ext>
            </a:extLst>
          </p:cNvPr>
          <p:cNvSpPr>
            <a:spLocks noGrp="1"/>
          </p:cNvSpPr>
          <p:nvPr>
            <p:ph type="body" sz="quarter" idx="15"/>
          </p:nvPr>
        </p:nvSpPr>
        <p:spPr>
          <a:xfrm>
            <a:off x="411876" y="4011163"/>
            <a:ext cx="2686416" cy="303043"/>
          </a:xfrm>
        </p:spPr>
        <p:txBody>
          <a:bodyPr>
            <a:noAutofit/>
          </a:bodyPr>
          <a:lstStyle>
            <a:lvl1pPr marL="0" indent="0" algn="ctr">
              <a:buNone/>
              <a:defRPr sz="2000" b="0"/>
            </a:lvl1pPr>
          </a:lstStyle>
          <a:p>
            <a:pPr lvl="0"/>
            <a:r>
              <a:rPr lang="en-US"/>
              <a:t>Edit Master text styles</a:t>
            </a:r>
          </a:p>
        </p:txBody>
      </p:sp>
      <p:sp>
        <p:nvSpPr>
          <p:cNvPr id="4" name="Picture Placeholder 3">
            <a:extLst>
              <a:ext uri="{FF2B5EF4-FFF2-40B4-BE49-F238E27FC236}">
                <a16:creationId xmlns:a16="http://schemas.microsoft.com/office/drawing/2014/main" id="{EE336319-2696-2640-9B7B-C5788923DD04}"/>
              </a:ext>
            </a:extLst>
          </p:cNvPr>
          <p:cNvSpPr>
            <a:spLocks noGrp="1"/>
          </p:cNvSpPr>
          <p:nvPr>
            <p:ph type="pic" sz="quarter" idx="18" hasCustomPrompt="1"/>
          </p:nvPr>
        </p:nvSpPr>
        <p:spPr>
          <a:xfrm>
            <a:off x="1069259" y="2626296"/>
            <a:ext cx="1188720" cy="1188720"/>
          </a:xfrm>
        </p:spPr>
        <p:txBody>
          <a:bodyPr>
            <a:noAutofit/>
          </a:bodyPr>
          <a:lstStyle>
            <a:lvl1pPr marL="0" indent="0">
              <a:buNone/>
              <a:defRPr/>
            </a:lvl1pPr>
          </a:lstStyle>
          <a:p>
            <a:r>
              <a:rPr lang="en-US"/>
              <a:t>Icon</a:t>
            </a:r>
          </a:p>
        </p:txBody>
      </p:sp>
      <p:sp>
        <p:nvSpPr>
          <p:cNvPr id="21" name="Text Placeholder 2">
            <a:extLst>
              <a:ext uri="{FF2B5EF4-FFF2-40B4-BE49-F238E27FC236}">
                <a16:creationId xmlns:a16="http://schemas.microsoft.com/office/drawing/2014/main" id="{1A58B4D5-135C-FA4B-BDD3-660FB08CFA9C}"/>
              </a:ext>
            </a:extLst>
          </p:cNvPr>
          <p:cNvSpPr>
            <a:spLocks noGrp="1"/>
          </p:cNvSpPr>
          <p:nvPr>
            <p:ph type="body" sz="quarter" idx="19"/>
          </p:nvPr>
        </p:nvSpPr>
        <p:spPr>
          <a:xfrm>
            <a:off x="9086484" y="4011163"/>
            <a:ext cx="2686416" cy="303043"/>
          </a:xfrm>
        </p:spPr>
        <p:txBody>
          <a:bodyPr>
            <a:noAutofit/>
          </a:bodyPr>
          <a:lstStyle>
            <a:lvl1pPr marL="0" indent="0" algn="ctr">
              <a:buNone/>
              <a:defRPr sz="2000" b="0"/>
            </a:lvl1pPr>
          </a:lstStyle>
          <a:p>
            <a:pPr lvl="0"/>
            <a:r>
              <a:rPr lang="en-US"/>
              <a:t>Edit Master text styles</a:t>
            </a:r>
          </a:p>
        </p:txBody>
      </p:sp>
      <p:sp>
        <p:nvSpPr>
          <p:cNvPr id="23" name="Text Placeholder 2">
            <a:extLst>
              <a:ext uri="{FF2B5EF4-FFF2-40B4-BE49-F238E27FC236}">
                <a16:creationId xmlns:a16="http://schemas.microsoft.com/office/drawing/2014/main" id="{7ED4B9F9-6A66-6041-9EEB-F3287939A9A1}"/>
              </a:ext>
            </a:extLst>
          </p:cNvPr>
          <p:cNvSpPr>
            <a:spLocks noGrp="1"/>
          </p:cNvSpPr>
          <p:nvPr>
            <p:ph type="body" sz="quarter" idx="21"/>
          </p:nvPr>
        </p:nvSpPr>
        <p:spPr>
          <a:xfrm>
            <a:off x="6177027" y="4011163"/>
            <a:ext cx="2686416" cy="303043"/>
          </a:xfrm>
        </p:spPr>
        <p:txBody>
          <a:bodyPr>
            <a:noAutofit/>
          </a:bodyPr>
          <a:lstStyle>
            <a:lvl1pPr marL="0" indent="0" algn="ctr">
              <a:buNone/>
              <a:defRPr sz="2000" b="0"/>
            </a:lvl1pPr>
          </a:lstStyle>
          <a:p>
            <a:pPr lvl="0"/>
            <a:r>
              <a:rPr lang="en-US"/>
              <a:t>Edit Master text styles</a:t>
            </a:r>
          </a:p>
        </p:txBody>
      </p:sp>
      <p:sp>
        <p:nvSpPr>
          <p:cNvPr id="25" name="Text Placeholder 2">
            <a:extLst>
              <a:ext uri="{FF2B5EF4-FFF2-40B4-BE49-F238E27FC236}">
                <a16:creationId xmlns:a16="http://schemas.microsoft.com/office/drawing/2014/main" id="{86FF323F-B273-E643-A44F-65465BE5C0DE}"/>
              </a:ext>
            </a:extLst>
          </p:cNvPr>
          <p:cNvSpPr>
            <a:spLocks noGrp="1"/>
          </p:cNvSpPr>
          <p:nvPr>
            <p:ph type="body" sz="quarter" idx="23"/>
          </p:nvPr>
        </p:nvSpPr>
        <p:spPr>
          <a:xfrm>
            <a:off x="3315078" y="4011163"/>
            <a:ext cx="2686416" cy="303043"/>
          </a:xfrm>
        </p:spPr>
        <p:txBody>
          <a:bodyPr>
            <a:noAutofit/>
          </a:bodyPr>
          <a:lstStyle>
            <a:lvl1pPr marL="0" indent="0" algn="ctr">
              <a:buNone/>
              <a:defRPr sz="2000" b="0"/>
            </a:lvl1pPr>
          </a:lstStyle>
          <a:p>
            <a:pPr lvl="0"/>
            <a:r>
              <a:rPr lang="en-US"/>
              <a:t>Edit Master text styles</a:t>
            </a:r>
          </a:p>
        </p:txBody>
      </p:sp>
      <p:sp>
        <p:nvSpPr>
          <p:cNvPr id="14" name="Picture Placeholder 3">
            <a:extLst>
              <a:ext uri="{FF2B5EF4-FFF2-40B4-BE49-F238E27FC236}">
                <a16:creationId xmlns:a16="http://schemas.microsoft.com/office/drawing/2014/main" id="{3E6CE5FE-ED8C-0D40-862B-9F5EC40C7E82}"/>
              </a:ext>
            </a:extLst>
          </p:cNvPr>
          <p:cNvSpPr>
            <a:spLocks noGrp="1"/>
          </p:cNvSpPr>
          <p:nvPr>
            <p:ph type="pic" sz="quarter" idx="24" hasCustomPrompt="1"/>
          </p:nvPr>
        </p:nvSpPr>
        <p:spPr>
          <a:xfrm>
            <a:off x="4049966" y="2626296"/>
            <a:ext cx="1188720" cy="1188720"/>
          </a:xfrm>
        </p:spPr>
        <p:txBody>
          <a:bodyPr>
            <a:noAutofit/>
          </a:bodyPr>
          <a:lstStyle>
            <a:lvl1pPr marL="0" indent="0">
              <a:buNone/>
              <a:defRPr/>
            </a:lvl1pPr>
          </a:lstStyle>
          <a:p>
            <a:r>
              <a:rPr lang="en-US"/>
              <a:t>Icon</a:t>
            </a:r>
          </a:p>
        </p:txBody>
      </p:sp>
      <p:sp>
        <p:nvSpPr>
          <p:cNvPr id="15" name="Picture Placeholder 3">
            <a:extLst>
              <a:ext uri="{FF2B5EF4-FFF2-40B4-BE49-F238E27FC236}">
                <a16:creationId xmlns:a16="http://schemas.microsoft.com/office/drawing/2014/main" id="{91DC684E-A5F4-864A-894C-5CD232FB9BEB}"/>
              </a:ext>
            </a:extLst>
          </p:cNvPr>
          <p:cNvSpPr>
            <a:spLocks noGrp="1"/>
          </p:cNvSpPr>
          <p:nvPr>
            <p:ph type="pic" sz="quarter" idx="25" hasCustomPrompt="1"/>
          </p:nvPr>
        </p:nvSpPr>
        <p:spPr>
          <a:xfrm>
            <a:off x="6911919" y="2626296"/>
            <a:ext cx="1188720" cy="1188720"/>
          </a:xfrm>
        </p:spPr>
        <p:txBody>
          <a:bodyPr>
            <a:noAutofit/>
          </a:bodyPr>
          <a:lstStyle>
            <a:lvl1pPr marL="0" indent="0">
              <a:buNone/>
              <a:defRPr/>
            </a:lvl1pPr>
          </a:lstStyle>
          <a:p>
            <a:r>
              <a:rPr lang="en-US"/>
              <a:t>Icon</a:t>
            </a:r>
          </a:p>
        </p:txBody>
      </p:sp>
      <p:sp>
        <p:nvSpPr>
          <p:cNvPr id="16" name="Picture Placeholder 3">
            <a:extLst>
              <a:ext uri="{FF2B5EF4-FFF2-40B4-BE49-F238E27FC236}">
                <a16:creationId xmlns:a16="http://schemas.microsoft.com/office/drawing/2014/main" id="{A6B5BB37-EE1B-6B45-A7CF-E416B4D0D678}"/>
              </a:ext>
            </a:extLst>
          </p:cNvPr>
          <p:cNvSpPr>
            <a:spLocks noGrp="1"/>
          </p:cNvSpPr>
          <p:nvPr>
            <p:ph type="pic" sz="quarter" idx="26" hasCustomPrompt="1"/>
          </p:nvPr>
        </p:nvSpPr>
        <p:spPr>
          <a:xfrm>
            <a:off x="9773872" y="2626296"/>
            <a:ext cx="1188720" cy="1188720"/>
          </a:xfrm>
        </p:spPr>
        <p:txBody>
          <a:bodyPr>
            <a:noAutofit/>
          </a:bodyPr>
          <a:lstStyle>
            <a:lvl1pPr marL="0" indent="0">
              <a:buNone/>
              <a:defRPr/>
            </a:lvl1pPr>
          </a:lstStyle>
          <a:p>
            <a:r>
              <a:rPr lang="en-US"/>
              <a:t>Icon</a:t>
            </a:r>
          </a:p>
        </p:txBody>
      </p:sp>
      <p:sp>
        <p:nvSpPr>
          <p:cNvPr id="31" name="Footer Placeholder 4">
            <a:extLst>
              <a:ext uri="{FF2B5EF4-FFF2-40B4-BE49-F238E27FC236}">
                <a16:creationId xmlns:a16="http://schemas.microsoft.com/office/drawing/2014/main" id="{A9C4F210-2650-3942-9632-6074E8F12704}"/>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34" name="Picture 33">
            <a:extLst>
              <a:ext uri="{FF2B5EF4-FFF2-40B4-BE49-F238E27FC236}">
                <a16:creationId xmlns:a16="http://schemas.microsoft.com/office/drawing/2014/main" id="{F7CCF82A-4490-0644-8968-C198DF5F3F30}"/>
              </a:ext>
            </a:extLst>
          </p:cNvPr>
          <p:cNvPicPr>
            <a:picLocks noChangeAspect="1"/>
          </p:cNvPicPr>
          <p:nvPr userDrawn="1"/>
        </p:nvPicPr>
        <p:blipFill>
          <a:blip r:embed="rId3"/>
          <a:stretch>
            <a:fillRect/>
          </a:stretch>
        </p:blipFill>
        <p:spPr>
          <a:xfrm>
            <a:off x="9909200" y="365126"/>
            <a:ext cx="1772652" cy="449072"/>
          </a:xfrm>
          <a:prstGeom prst="rect">
            <a:avLst/>
          </a:prstGeom>
        </p:spPr>
      </p:pic>
      <p:pic>
        <p:nvPicPr>
          <p:cNvPr id="13" name="Picture 12">
            <a:extLst>
              <a:ext uri="{FF2B5EF4-FFF2-40B4-BE49-F238E27FC236}">
                <a16:creationId xmlns:a16="http://schemas.microsoft.com/office/drawing/2014/main" id="{76EEF212-16FA-C546-A6BD-253C80A1A8FF}"/>
              </a:ext>
            </a:extLst>
          </p:cNvPr>
          <p:cNvPicPr>
            <a:picLocks noChangeAspect="1"/>
          </p:cNvPicPr>
          <p:nvPr userDrawn="1"/>
        </p:nvPicPr>
        <p:blipFill rotWithShape="1">
          <a:blip r:embed="rId4"/>
          <a:srcRect l="75552" t="60520" r="3438" b="3809"/>
          <a:stretch/>
        </p:blipFill>
        <p:spPr>
          <a:xfrm rot="10800000">
            <a:off x="-1" y="-2"/>
            <a:ext cx="2268187" cy="2166103"/>
          </a:xfrm>
          <a:prstGeom prst="rect">
            <a:avLst/>
          </a:prstGeom>
        </p:spPr>
      </p:pic>
      <p:sp>
        <p:nvSpPr>
          <p:cNvPr id="17"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77911675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abl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pic>
        <p:nvPicPr>
          <p:cNvPr id="7" name="Picture 6">
            <a:extLst>
              <a:ext uri="{FF2B5EF4-FFF2-40B4-BE49-F238E27FC236}">
                <a16:creationId xmlns:a16="http://schemas.microsoft.com/office/drawing/2014/main" id="{18DE245B-4FD3-2740-8BED-8269A8D5C217}"/>
              </a:ext>
            </a:extLst>
          </p:cNvPr>
          <p:cNvPicPr>
            <a:picLocks noChangeAspect="1"/>
          </p:cNvPicPr>
          <p:nvPr userDrawn="1"/>
        </p:nvPicPr>
        <p:blipFill>
          <a:blip r:embed="rId4"/>
          <a:stretch>
            <a:fillRect/>
          </a:stretch>
        </p:blipFill>
        <p:spPr>
          <a:xfrm>
            <a:off x="9909198" y="365126"/>
            <a:ext cx="1772656" cy="449073"/>
          </a:xfrm>
          <a:prstGeom prst="rect">
            <a:avLst/>
          </a:prstGeom>
        </p:spPr>
      </p:pic>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48967"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8930447">
                  <a:extLst>
                    <a:ext uri="{9D8B030D-6E8A-4147-A177-3AD203B41FA5}">
                      <a16:colId xmlns:a16="http://schemas.microsoft.com/office/drawing/2014/main" val="6245998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90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16937948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le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graphicFrame>
        <p:nvGraphicFramePr>
          <p:cNvPr id="12" name="Table 11">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20045" y="1782218"/>
          <a:ext cx="11353800" cy="3934918"/>
        </p:xfrm>
        <a:graphic>
          <a:graphicData uri="http://schemas.openxmlformats.org/drawingml/2006/table">
            <a:tbl>
              <a:tblPr firstRow="1" bandRow="1"/>
              <a:tblGrid>
                <a:gridCol w="2418520">
                  <a:extLst>
                    <a:ext uri="{9D8B030D-6E8A-4147-A177-3AD203B41FA5}">
                      <a16:colId xmlns:a16="http://schemas.microsoft.com/office/drawing/2014/main" val="3005986539"/>
                    </a:ext>
                  </a:extLst>
                </a:gridCol>
                <a:gridCol w="4467640">
                  <a:extLst>
                    <a:ext uri="{9D8B030D-6E8A-4147-A177-3AD203B41FA5}">
                      <a16:colId xmlns:a16="http://schemas.microsoft.com/office/drawing/2014/main" val="62459987"/>
                    </a:ext>
                  </a:extLst>
                </a:gridCol>
                <a:gridCol w="4467640">
                  <a:extLst>
                    <a:ext uri="{9D8B030D-6E8A-4147-A177-3AD203B41FA5}">
                      <a16:colId xmlns:a16="http://schemas.microsoft.com/office/drawing/2014/main" val="4041369776"/>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8" name="Picture 7">
            <a:extLst>
              <a:ext uri="{FF2B5EF4-FFF2-40B4-BE49-F238E27FC236}">
                <a16:creationId xmlns:a16="http://schemas.microsoft.com/office/drawing/2014/main" id="{FE4A4D56-E7FB-BE4E-A7A1-0A8FD1819058}"/>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20917545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able 3">
    <p:spTree>
      <p:nvGrpSpPr>
        <p:cNvPr id="1" name=""/>
        <p:cNvGrpSpPr/>
        <p:nvPr/>
      </p:nvGrpSpPr>
      <p:grpSpPr>
        <a:xfrm>
          <a:off x="0" y="0"/>
          <a:ext cx="0" cy="0"/>
          <a:chOff x="0" y="0"/>
          <a:chExt cx="0" cy="0"/>
        </a:xfrm>
      </p:grpSpPr>
      <p:graphicFrame>
        <p:nvGraphicFramePr>
          <p:cNvPr id="13" name="Table 12">
            <a:extLst>
              <a:ext uri="{FF2B5EF4-FFF2-40B4-BE49-F238E27FC236}">
                <a16:creationId xmlns:a16="http://schemas.microsoft.com/office/drawing/2014/main" id="{0370ABAC-E7FF-4E74-94C9-7BD9C8392BD8}"/>
              </a:ext>
            </a:extLst>
          </p:cNvPr>
          <p:cNvGraphicFramePr>
            <a:graphicFrameLocks noGrp="1"/>
          </p:cNvGraphicFramePr>
          <p:nvPr userDrawn="1"/>
        </p:nvGraphicFramePr>
        <p:xfrm>
          <a:off x="419101" y="1782218"/>
          <a:ext cx="11354743" cy="3934918"/>
        </p:xfrm>
        <a:graphic>
          <a:graphicData uri="http://schemas.openxmlformats.org/drawingml/2006/table">
            <a:tbl>
              <a:tblPr firstRow="1" bandRow="1"/>
              <a:tblGrid>
                <a:gridCol w="2419351">
                  <a:extLst>
                    <a:ext uri="{9D8B030D-6E8A-4147-A177-3AD203B41FA5}">
                      <a16:colId xmlns:a16="http://schemas.microsoft.com/office/drawing/2014/main" val="3005986539"/>
                    </a:ext>
                  </a:extLst>
                </a:gridCol>
                <a:gridCol w="2978464">
                  <a:extLst>
                    <a:ext uri="{9D8B030D-6E8A-4147-A177-3AD203B41FA5}">
                      <a16:colId xmlns:a16="http://schemas.microsoft.com/office/drawing/2014/main" val="62459987"/>
                    </a:ext>
                  </a:extLst>
                </a:gridCol>
                <a:gridCol w="2978464">
                  <a:extLst>
                    <a:ext uri="{9D8B030D-6E8A-4147-A177-3AD203B41FA5}">
                      <a16:colId xmlns:a16="http://schemas.microsoft.com/office/drawing/2014/main" val="4041369776"/>
                    </a:ext>
                  </a:extLst>
                </a:gridCol>
                <a:gridCol w="2978464">
                  <a:extLst>
                    <a:ext uri="{9D8B030D-6E8A-4147-A177-3AD203B41FA5}">
                      <a16:colId xmlns:a16="http://schemas.microsoft.com/office/drawing/2014/main" val="565943697"/>
                    </a:ext>
                  </a:extLst>
                </a:gridCol>
              </a:tblGrid>
              <a:tr h="723802">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b="1" kern="1200">
                          <a:solidFill>
                            <a:schemeClr val="lt1"/>
                          </a:solidFill>
                          <a:latin typeface="Amazon Ember"/>
                        </a:defRPr>
                      </a:lvl1pPr>
                      <a:lvl2pPr marL="457200" algn="l" defTabSz="914400" rtl="0" eaLnBrk="1" latinLnBrk="0" hangingPunct="1">
                        <a:defRPr sz="1800" b="1" kern="1200">
                          <a:solidFill>
                            <a:schemeClr val="lt1"/>
                          </a:solidFill>
                          <a:latin typeface="Amazon Ember"/>
                        </a:defRPr>
                      </a:lvl2pPr>
                      <a:lvl3pPr marL="914400" algn="l" defTabSz="914400" rtl="0" eaLnBrk="1" latinLnBrk="0" hangingPunct="1">
                        <a:defRPr sz="1800" b="1" kern="1200">
                          <a:solidFill>
                            <a:schemeClr val="lt1"/>
                          </a:solidFill>
                          <a:latin typeface="Amazon Ember"/>
                        </a:defRPr>
                      </a:lvl3pPr>
                      <a:lvl4pPr marL="1371600" algn="l" defTabSz="914400" rtl="0" eaLnBrk="1" latinLnBrk="0" hangingPunct="1">
                        <a:defRPr sz="1800" b="1" kern="1200">
                          <a:solidFill>
                            <a:schemeClr val="lt1"/>
                          </a:solidFill>
                          <a:latin typeface="Amazon Ember"/>
                        </a:defRPr>
                      </a:lvl4pPr>
                      <a:lvl5pPr marL="1828800" algn="l" defTabSz="914400" rtl="0" eaLnBrk="1" latinLnBrk="0" hangingPunct="1">
                        <a:defRPr sz="1800" b="1" kern="1200">
                          <a:solidFill>
                            <a:schemeClr val="lt1"/>
                          </a:solidFill>
                          <a:latin typeface="Amazon Ember"/>
                        </a:defRPr>
                      </a:lvl5pPr>
                      <a:lvl6pPr marL="2286000" algn="l" defTabSz="914400" rtl="0" eaLnBrk="1" latinLnBrk="0" hangingPunct="1">
                        <a:defRPr sz="1800" b="1" kern="1200">
                          <a:solidFill>
                            <a:schemeClr val="lt1"/>
                          </a:solidFill>
                          <a:latin typeface="Amazon Ember"/>
                        </a:defRPr>
                      </a:lvl6pPr>
                      <a:lvl7pPr marL="2743200" algn="l" defTabSz="914400" rtl="0" eaLnBrk="1" latinLnBrk="0" hangingPunct="1">
                        <a:defRPr sz="1800" b="1" kern="1200">
                          <a:solidFill>
                            <a:schemeClr val="lt1"/>
                          </a:solidFill>
                          <a:latin typeface="Amazon Ember"/>
                        </a:defRPr>
                      </a:lvl7pPr>
                      <a:lvl8pPr marL="3200400" algn="l" defTabSz="914400" rtl="0" eaLnBrk="1" latinLnBrk="0" hangingPunct="1">
                        <a:defRPr sz="1800" b="1" kern="1200">
                          <a:solidFill>
                            <a:schemeClr val="lt1"/>
                          </a:solidFill>
                          <a:latin typeface="Amazon Ember"/>
                        </a:defRPr>
                      </a:lvl8pPr>
                      <a:lvl9pPr marL="3657600" algn="l" defTabSz="914400" rtl="0" eaLnBrk="1" latinLnBrk="0" hangingPunct="1">
                        <a:defRPr sz="1800" b="1" kern="1200">
                          <a:solidFill>
                            <a:schemeClr val="lt1"/>
                          </a:solidFill>
                          <a:latin typeface="Amazon Ember"/>
                        </a:defRPr>
                      </a:lvl9pPr>
                    </a:lstStyle>
                    <a:p>
                      <a:endParaRPr lang="en-US" sz="28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9050" cap="flat" cmpd="sng" algn="ctr">
                      <a:solidFill>
                        <a:srgbClr val="FFFFFF"/>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73625043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646983266"/>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42901877"/>
                  </a:ext>
                </a:extLst>
              </a:tr>
              <a:tr h="1070372">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8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9050" cap="flat" cmpd="sng" algn="ctr">
                      <a:solidFill>
                        <a:srgbClr val="FFFFFF"/>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1"/>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tc>
                  <a:txBody>
                    <a:bodyPr/>
                    <a:lstStyle>
                      <a:lvl1pPr marL="0" algn="l" defTabSz="914400" rtl="0" eaLnBrk="1" latinLnBrk="0" hangingPunct="1">
                        <a:defRPr sz="1800" kern="1200">
                          <a:solidFill>
                            <a:schemeClr val="dk1"/>
                          </a:solidFill>
                          <a:latin typeface="Amazon Ember"/>
                        </a:defRPr>
                      </a:lvl1pPr>
                      <a:lvl2pPr marL="457200" algn="l" defTabSz="914400" rtl="0" eaLnBrk="1" latinLnBrk="0" hangingPunct="1">
                        <a:defRPr sz="1800" kern="1200">
                          <a:solidFill>
                            <a:schemeClr val="dk1"/>
                          </a:solidFill>
                          <a:latin typeface="Amazon Ember"/>
                        </a:defRPr>
                      </a:lvl2pPr>
                      <a:lvl3pPr marL="914400" algn="l" defTabSz="914400" rtl="0" eaLnBrk="1" latinLnBrk="0" hangingPunct="1">
                        <a:defRPr sz="1800" kern="1200">
                          <a:solidFill>
                            <a:schemeClr val="dk1"/>
                          </a:solidFill>
                          <a:latin typeface="Amazon Ember"/>
                        </a:defRPr>
                      </a:lvl3pPr>
                      <a:lvl4pPr marL="1371600" algn="l" defTabSz="914400" rtl="0" eaLnBrk="1" latinLnBrk="0" hangingPunct="1">
                        <a:defRPr sz="1800" kern="1200">
                          <a:solidFill>
                            <a:schemeClr val="dk1"/>
                          </a:solidFill>
                          <a:latin typeface="Amazon Ember"/>
                        </a:defRPr>
                      </a:lvl4pPr>
                      <a:lvl5pPr marL="1828800" algn="l" defTabSz="914400" rtl="0" eaLnBrk="1" latinLnBrk="0" hangingPunct="1">
                        <a:defRPr sz="1800" kern="1200">
                          <a:solidFill>
                            <a:schemeClr val="dk1"/>
                          </a:solidFill>
                          <a:latin typeface="Amazon Ember"/>
                        </a:defRPr>
                      </a:lvl5pPr>
                      <a:lvl6pPr marL="2286000" algn="l" defTabSz="914400" rtl="0" eaLnBrk="1" latinLnBrk="0" hangingPunct="1">
                        <a:defRPr sz="1800" kern="1200">
                          <a:solidFill>
                            <a:schemeClr val="dk1"/>
                          </a:solidFill>
                          <a:latin typeface="Amazon Ember"/>
                        </a:defRPr>
                      </a:lvl6pPr>
                      <a:lvl7pPr marL="2743200" algn="l" defTabSz="914400" rtl="0" eaLnBrk="1" latinLnBrk="0" hangingPunct="1">
                        <a:defRPr sz="1800" kern="1200">
                          <a:solidFill>
                            <a:schemeClr val="dk1"/>
                          </a:solidFill>
                          <a:latin typeface="Amazon Ember"/>
                        </a:defRPr>
                      </a:lvl7pPr>
                      <a:lvl8pPr marL="3200400" algn="l" defTabSz="914400" rtl="0" eaLnBrk="1" latinLnBrk="0" hangingPunct="1">
                        <a:defRPr sz="1800" kern="1200">
                          <a:solidFill>
                            <a:schemeClr val="dk1"/>
                          </a:solidFill>
                          <a:latin typeface="Amazon Ember"/>
                        </a:defRPr>
                      </a:lvl8pPr>
                      <a:lvl9pPr marL="3657600" algn="l" defTabSz="914400" rtl="0" eaLnBrk="1" latinLnBrk="0" hangingPunct="1">
                        <a:defRPr sz="1800" kern="1200">
                          <a:solidFill>
                            <a:schemeClr val="dk1"/>
                          </a:solidFill>
                          <a:latin typeface="Amazon Ember"/>
                        </a:defRPr>
                      </a:lvl9pPr>
                    </a:lstStyle>
                    <a:p>
                      <a:endParaRPr lang="en-US" sz="2400" b="0" i="0">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2828">
                        <a:lumMod val="10000"/>
                        <a:lumOff val="90000"/>
                      </a:srgbClr>
                    </a:solidFill>
                  </a:tcPr>
                </a:tc>
                <a:extLst>
                  <a:ext uri="{0D108BD9-81ED-4DB2-BD59-A6C34878D82A}">
                    <a16:rowId xmlns:a16="http://schemas.microsoft.com/office/drawing/2014/main" val="2209532838"/>
                  </a:ext>
                </a:extLst>
              </a:tr>
            </a:tbl>
          </a:graphicData>
        </a:graphic>
      </p:graphicFrame>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a:prstGeom prst="rect">
            <a:avLst/>
          </a:prstGeom>
        </p:spPr>
        <p:txBody>
          <a:bodyPr>
            <a:noAutofit/>
          </a:bodyPr>
          <a:lstStyle>
            <a:lvl1pPr>
              <a:defRPr sz="4000">
                <a:solidFill>
                  <a:schemeClr val="bg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1" y="6356351"/>
            <a:ext cx="3735457" cy="365125"/>
          </a:xfrm>
          <a:prstGeom prst="rect">
            <a:avLst/>
          </a:prstGeom>
        </p:spPr>
        <p:txBody>
          <a:bodyPr vert="horz" lIns="91440" tIns="45720" rIns="91440" bIns="45720" rtlCol="0" anchor="ctr"/>
          <a:lstStyle>
            <a:lvl1pPr algn="l">
              <a:defRPr sz="881"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11" name="Slide Number Placeholder 5">
            <a:extLst>
              <a:ext uri="{FF2B5EF4-FFF2-40B4-BE49-F238E27FC236}">
                <a16:creationId xmlns:a16="http://schemas.microsoft.com/office/drawing/2014/main" id="{4AC7BB94-D444-F441-A88C-76F7DDCDC5EB}"/>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8" name="Picture 7">
            <a:extLst>
              <a:ext uri="{FF2B5EF4-FFF2-40B4-BE49-F238E27FC236}">
                <a16:creationId xmlns:a16="http://schemas.microsoft.com/office/drawing/2014/main" id="{8DBCFF47-80C8-FA4F-9A18-B92FA7DC4DF7}"/>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196187438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194B4B0-788D-CC4A-BD6F-E27A18377A01}"/>
              </a:ext>
            </a:extLst>
          </p:cNvPr>
          <p:cNvPicPr>
            <a:picLocks/>
          </p:cNvPicPr>
          <p:nvPr userDrawn="1"/>
        </p:nvPicPr>
        <p:blipFill>
          <a:blip r:embed="rId3"/>
          <a:stretch>
            <a:fillRect/>
          </a:stretch>
        </p:blipFill>
        <p:spPr>
          <a:xfrm>
            <a:off x="2469" y="5"/>
            <a:ext cx="12188952" cy="1143000"/>
          </a:xfrm>
          <a:prstGeom prst="rect">
            <a:avLst/>
          </a:prstGeom>
        </p:spPr>
      </p:pic>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bg1"/>
                </a:solidFill>
              </a:defRPr>
            </a:lvl1pPr>
          </a:lstStyle>
          <a:p>
            <a:r>
              <a:rPr lang="en-US"/>
              <a:t>Click to edit Master title style</a:t>
            </a:r>
          </a:p>
        </p:txBody>
      </p:sp>
      <p:sp>
        <p:nvSpPr>
          <p:cNvPr id="8" name="Slide Number Placeholder 5">
            <a:extLst>
              <a:ext uri="{FF2B5EF4-FFF2-40B4-BE49-F238E27FC236}">
                <a16:creationId xmlns:a16="http://schemas.microsoft.com/office/drawing/2014/main" id="{0BDEF14E-4027-D643-9DE2-F177FE226270}"/>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11" name="Picture 10">
            <a:extLst>
              <a:ext uri="{FF2B5EF4-FFF2-40B4-BE49-F238E27FC236}">
                <a16:creationId xmlns:a16="http://schemas.microsoft.com/office/drawing/2014/main" id="{BE6AEB20-C247-9049-A91B-EA79979980DA}"/>
              </a:ext>
            </a:extLst>
          </p:cNvPr>
          <p:cNvPicPr>
            <a:picLocks noChangeAspect="1"/>
          </p:cNvPicPr>
          <p:nvPr userDrawn="1"/>
        </p:nvPicPr>
        <p:blipFill>
          <a:blip r:embed="rId4"/>
          <a:stretch>
            <a:fillRect/>
          </a:stretch>
        </p:blipFill>
        <p:spPr>
          <a:xfrm>
            <a:off x="9909198" y="365126"/>
            <a:ext cx="1772656" cy="449073"/>
          </a:xfrm>
          <a:prstGeom prst="rect">
            <a:avLst/>
          </a:prstGeom>
        </p:spPr>
      </p:pic>
    </p:spTree>
    <p:custDataLst>
      <p:tags r:id="rId1"/>
    </p:custDataLst>
    <p:extLst>
      <p:ext uri="{BB962C8B-B14F-4D97-AF65-F5344CB8AC3E}">
        <p14:creationId xmlns:p14="http://schemas.microsoft.com/office/powerpoint/2010/main" val="362622708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9034272" cy="474119"/>
          </a:xfrm>
        </p:spPr>
        <p:txBody>
          <a:bodyPr>
            <a:noAutofit/>
          </a:bodyPr>
          <a:lstStyle>
            <a:lvl1pPr>
              <a:defRPr sz="4000">
                <a:solidFill>
                  <a:schemeClr val="tx1"/>
                </a:solidFill>
              </a:defRPr>
            </a:lvl1pPr>
          </a:lstStyle>
          <a:p>
            <a:r>
              <a:rPr lang="en-US"/>
              <a:t>Click to edit Master title style</a:t>
            </a:r>
          </a:p>
        </p:txBody>
      </p:sp>
      <p:sp>
        <p:nvSpPr>
          <p:cNvPr id="10" name="Footer Placeholder 4">
            <a:extLst>
              <a:ext uri="{FF2B5EF4-FFF2-40B4-BE49-F238E27FC236}">
                <a16:creationId xmlns:a16="http://schemas.microsoft.com/office/drawing/2014/main" id="{DBF8715D-4D79-7041-A43B-D5474972C918}"/>
              </a:ext>
            </a:extLst>
          </p:cNvPr>
          <p:cNvSpPr>
            <a:spLocks noGrp="1"/>
          </p:cNvSpPr>
          <p:nvPr>
            <p:ph type="ftr" sz="quarter" idx="3"/>
          </p:nvPr>
        </p:nvSpPr>
        <p:spPr>
          <a:xfrm>
            <a:off x="419100"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pic>
        <p:nvPicPr>
          <p:cNvPr id="7" name="Picture 6">
            <a:extLst>
              <a:ext uri="{FF2B5EF4-FFF2-40B4-BE49-F238E27FC236}">
                <a16:creationId xmlns:a16="http://schemas.microsoft.com/office/drawing/2014/main" id="{1FCA25A4-C80D-FC44-8153-D8376A9E41FE}"/>
              </a:ext>
            </a:extLst>
          </p:cNvPr>
          <p:cNvPicPr>
            <a:picLocks noChangeAspect="1"/>
          </p:cNvPicPr>
          <p:nvPr userDrawn="1"/>
        </p:nvPicPr>
        <p:blipFill>
          <a:blip r:embed="rId3"/>
          <a:stretch>
            <a:fillRect/>
          </a:stretch>
        </p:blipFill>
        <p:spPr>
          <a:xfrm>
            <a:off x="9909200" y="365125"/>
            <a:ext cx="1772652" cy="449072"/>
          </a:xfrm>
          <a:prstGeom prst="rect">
            <a:avLst/>
          </a:prstGeom>
        </p:spPr>
      </p:pic>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212538610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agram">
    <p:spTree>
      <p:nvGrpSpPr>
        <p:cNvPr id="1" name=""/>
        <p:cNvGrpSpPr/>
        <p:nvPr/>
      </p:nvGrpSpPr>
      <p:grpSpPr>
        <a:xfrm>
          <a:off x="0" y="0"/>
          <a:ext cx="0" cy="0"/>
          <a:chOff x="0" y="0"/>
          <a:chExt cx="0" cy="0"/>
        </a:xfrm>
      </p:grpSpPr>
      <p:sp>
        <p:nvSpPr>
          <p:cNvPr id="10" name="Footer Placeholder 4">
            <a:extLst>
              <a:ext uri="{FF2B5EF4-FFF2-40B4-BE49-F238E27FC236}">
                <a16:creationId xmlns:a16="http://schemas.microsoft.com/office/drawing/2014/main" id="{F86437D1-E7F9-2F42-864E-95D935B7DAF8}"/>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7" name="Slide Number Placeholder 5">
            <a:extLst>
              <a:ext uri="{FF2B5EF4-FFF2-40B4-BE49-F238E27FC236}">
                <a16:creationId xmlns:a16="http://schemas.microsoft.com/office/drawing/2014/main" id="{45F76685-5779-5D40-A261-B0BC701B3745}"/>
              </a:ext>
            </a:extLst>
          </p:cNvPr>
          <p:cNvSpPr>
            <a:spLocks noGrp="1"/>
          </p:cNvSpPr>
          <p:nvPr>
            <p:ph type="sldNum" sz="quarter" idx="12"/>
          </p:nvPr>
        </p:nvSpPr>
        <p:spPr>
          <a:xfrm>
            <a:off x="90297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6" name="Picture 5">
            <a:extLst>
              <a:ext uri="{FF2B5EF4-FFF2-40B4-BE49-F238E27FC236}">
                <a16:creationId xmlns:a16="http://schemas.microsoft.com/office/drawing/2014/main" id="{40DE264E-2087-B647-8F60-282FE0A1DE11}"/>
              </a:ext>
            </a:extLst>
          </p:cNvPr>
          <p:cNvPicPr>
            <a:picLocks noChangeAspect="1"/>
          </p:cNvPicPr>
          <p:nvPr userDrawn="1"/>
        </p:nvPicPr>
        <p:blipFill>
          <a:blip r:embed="rId3"/>
          <a:stretch>
            <a:fillRect/>
          </a:stretch>
        </p:blipFill>
        <p:spPr>
          <a:xfrm>
            <a:off x="9909200" y="365125"/>
            <a:ext cx="1772652" cy="449072"/>
          </a:xfrm>
          <a:prstGeom prst="rect">
            <a:avLst/>
          </a:prstGeom>
        </p:spPr>
      </p:pic>
    </p:spTree>
    <p:custDataLst>
      <p:tags r:id="rId1"/>
    </p:custDataLst>
    <p:extLst>
      <p:ext uri="{BB962C8B-B14F-4D97-AF65-F5344CB8AC3E}">
        <p14:creationId xmlns:p14="http://schemas.microsoft.com/office/powerpoint/2010/main" val="5104336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EACD-31BA-5546-8DC5-A7D4FA41B908}"/>
              </a:ext>
            </a:extLst>
          </p:cNvPr>
          <p:cNvSpPr>
            <a:spLocks noGrp="1"/>
          </p:cNvSpPr>
          <p:nvPr>
            <p:ph type="title"/>
          </p:nvPr>
        </p:nvSpPr>
        <p:spPr>
          <a:xfrm>
            <a:off x="419100" y="365125"/>
            <a:ext cx="8298180" cy="474119"/>
          </a:xfrm>
          <a:prstGeom prst="rect">
            <a:avLst/>
          </a:prstGeom>
        </p:spPr>
        <p:txBody>
          <a:bodyPr>
            <a:noAutofit/>
          </a:bodyPr>
          <a:lstStyle>
            <a:lvl1pPr>
              <a:defRPr sz="4000">
                <a:solidFill>
                  <a:schemeClr val="tx1"/>
                </a:solidFill>
              </a:defRPr>
            </a:lvl1pPr>
          </a:lstStyle>
          <a:p>
            <a:r>
              <a:rPr lang="en-US"/>
              <a:t>Click to edit Master title style</a:t>
            </a:r>
          </a:p>
        </p:txBody>
      </p:sp>
      <p:sp>
        <p:nvSpPr>
          <p:cNvPr id="9" name="Slide Number Placeholder 5">
            <a:extLst>
              <a:ext uri="{FF2B5EF4-FFF2-40B4-BE49-F238E27FC236}">
                <a16:creationId xmlns:a16="http://schemas.microsoft.com/office/drawing/2014/main" id="{A201426F-66D0-6C49-85B0-A8C2D43E6E2C}"/>
              </a:ext>
            </a:extLst>
          </p:cNvPr>
          <p:cNvSpPr>
            <a:spLocks noGrp="1"/>
          </p:cNvSpPr>
          <p:nvPr>
            <p:ph type="sldNum" sz="quarter" idx="12"/>
          </p:nvPr>
        </p:nvSpPr>
        <p:spPr>
          <a:xfrm>
            <a:off x="9029700" y="6356351"/>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7" name="Text Placeholder 3">
            <a:extLst>
              <a:ext uri="{FF2B5EF4-FFF2-40B4-BE49-F238E27FC236}">
                <a16:creationId xmlns:a16="http://schemas.microsoft.com/office/drawing/2014/main" id="{AA58D57C-542E-8B46-AF4A-1CE98190E16A}"/>
              </a:ext>
            </a:extLst>
          </p:cNvPr>
          <p:cNvSpPr>
            <a:spLocks noGrp="1"/>
          </p:cNvSpPr>
          <p:nvPr>
            <p:ph type="body" sz="quarter" idx="15"/>
          </p:nvPr>
        </p:nvSpPr>
        <p:spPr>
          <a:xfrm>
            <a:off x="6076191"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19" name="Text Placeholder 3">
            <a:extLst>
              <a:ext uri="{FF2B5EF4-FFF2-40B4-BE49-F238E27FC236}">
                <a16:creationId xmlns:a16="http://schemas.microsoft.com/office/drawing/2014/main" id="{C3946CAB-375A-5941-A392-14D805556B47}"/>
              </a:ext>
            </a:extLst>
          </p:cNvPr>
          <p:cNvSpPr>
            <a:spLocks noGrp="1"/>
          </p:cNvSpPr>
          <p:nvPr>
            <p:ph type="body" sz="quarter" idx="16"/>
          </p:nvPr>
        </p:nvSpPr>
        <p:spPr>
          <a:xfrm>
            <a:off x="3251457"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0" name="Text Placeholder 3">
            <a:extLst>
              <a:ext uri="{FF2B5EF4-FFF2-40B4-BE49-F238E27FC236}">
                <a16:creationId xmlns:a16="http://schemas.microsoft.com/office/drawing/2014/main" id="{35FC7C2C-C9CE-B747-AE44-A593EFEB0DEE}"/>
              </a:ext>
            </a:extLst>
          </p:cNvPr>
          <p:cNvSpPr>
            <a:spLocks noGrp="1"/>
          </p:cNvSpPr>
          <p:nvPr>
            <p:ph type="body" sz="quarter" idx="10" hasCustomPrompt="1"/>
          </p:nvPr>
        </p:nvSpPr>
        <p:spPr>
          <a:xfrm>
            <a:off x="41910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2" name="Text Placeholder 3">
            <a:extLst>
              <a:ext uri="{FF2B5EF4-FFF2-40B4-BE49-F238E27FC236}">
                <a16:creationId xmlns:a16="http://schemas.microsoft.com/office/drawing/2014/main" id="{24CE8731-450D-3746-AF62-88C7CF836093}"/>
              </a:ext>
            </a:extLst>
          </p:cNvPr>
          <p:cNvSpPr>
            <a:spLocks noGrp="1"/>
          </p:cNvSpPr>
          <p:nvPr>
            <p:ph type="body" sz="quarter" idx="17"/>
          </p:nvPr>
        </p:nvSpPr>
        <p:spPr>
          <a:xfrm>
            <a:off x="419102" y="1803345"/>
            <a:ext cx="2656066" cy="1879131"/>
          </a:xfrm>
          <a:prstGeom prst="rect">
            <a:avLst/>
          </a:prstGeom>
        </p:spPr>
        <p:txBody>
          <a:bodyPr>
            <a:normAutofit/>
          </a:bodyPr>
          <a:lstStyle>
            <a:lvl1pPr marL="0" indent="0">
              <a:lnSpc>
                <a:spcPct val="100000"/>
              </a:lnSpc>
              <a:buNone/>
              <a:defRPr sz="1867"/>
            </a:lvl1pPr>
          </a:lstStyle>
          <a:p>
            <a:pPr lvl="0"/>
            <a:endParaRPr lang="en-US"/>
          </a:p>
        </p:txBody>
      </p:sp>
      <p:sp>
        <p:nvSpPr>
          <p:cNvPr id="23" name="Rectangle 22">
            <a:extLst>
              <a:ext uri="{FF2B5EF4-FFF2-40B4-BE49-F238E27FC236}">
                <a16:creationId xmlns:a16="http://schemas.microsoft.com/office/drawing/2014/main" id="{95458110-5E55-0F46-BBF5-9C8F2C62151D}"/>
              </a:ext>
            </a:extLst>
          </p:cNvPr>
          <p:cNvSpPr/>
          <p:nvPr userDrawn="1"/>
        </p:nvSpPr>
        <p:spPr>
          <a:xfrm>
            <a:off x="9029701" y="0"/>
            <a:ext cx="3188474" cy="6875492"/>
          </a:xfrm>
          <a:prstGeom prst="rect">
            <a:avLst/>
          </a:prstGeom>
          <a:solidFill>
            <a:srgbClr val="232F3E"/>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25" name="Rectangle 24">
            <a:extLst>
              <a:ext uri="{FF2B5EF4-FFF2-40B4-BE49-F238E27FC236}">
                <a16:creationId xmlns:a16="http://schemas.microsoft.com/office/drawing/2014/main" id="{3A3837C0-EFCF-E345-9E05-AF315FB06800}"/>
              </a:ext>
            </a:extLst>
          </p:cNvPr>
          <p:cNvSpPr/>
          <p:nvPr userDrawn="1"/>
        </p:nvSpPr>
        <p:spPr>
          <a:xfrm>
            <a:off x="0" y="4020640"/>
            <a:ext cx="9029700" cy="2837360"/>
          </a:xfrm>
          <a:prstGeom prst="rect">
            <a:avLst/>
          </a:prstGeom>
          <a:solidFill>
            <a:schemeClr val="tx2"/>
          </a:solidFill>
          <a:ln w="9525" cap="flat" cmpd="sng" algn="ctr">
            <a:noFill/>
            <a:prstDash val="solid"/>
          </a:ln>
          <a:effectLst/>
        </p:spPr>
        <p:txBody>
          <a:bodyPr rtlCol="0" anchor="ctr"/>
          <a:lstStyle/>
          <a:p>
            <a:pPr marL="0" marR="0" lvl="0" indent="0" algn="ctr" defTabSz="447301" rtl="0" eaLnBrk="1" fontAlgn="auto" latinLnBrk="0" hangingPunct="1">
              <a:lnSpc>
                <a:spcPct val="100000"/>
              </a:lnSpc>
              <a:spcBef>
                <a:spcPts val="0"/>
              </a:spcBef>
              <a:spcAft>
                <a:spcPts val="0"/>
              </a:spcAft>
              <a:buClrTx/>
              <a:buSzTx/>
              <a:buFontTx/>
              <a:buNone/>
              <a:tabLst/>
              <a:defRPr/>
            </a:pPr>
            <a:endParaRPr kumimoji="0" lang="en-US" sz="1761"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26" name="Content Placeholder 25">
            <a:extLst>
              <a:ext uri="{FF2B5EF4-FFF2-40B4-BE49-F238E27FC236}">
                <a16:creationId xmlns:a16="http://schemas.microsoft.com/office/drawing/2014/main" id="{EBCAA55A-911D-184D-A1FD-A84004D395B2}"/>
              </a:ext>
            </a:extLst>
          </p:cNvPr>
          <p:cNvSpPr>
            <a:spLocks noGrp="1"/>
          </p:cNvSpPr>
          <p:nvPr>
            <p:ph sz="quarter" idx="18"/>
          </p:nvPr>
        </p:nvSpPr>
        <p:spPr>
          <a:xfrm>
            <a:off x="9327146" y="365126"/>
            <a:ext cx="2445755" cy="951555"/>
          </a:xfrm>
          <a:prstGeom prst="rect">
            <a:avLst/>
          </a:prstGeom>
          <a:solidFill>
            <a:schemeClr val="bg1"/>
          </a:solidFill>
        </p:spPr>
        <p:txBody>
          <a:bodyPr/>
          <a:lstStyle>
            <a:lvl1pPr marL="0" indent="0">
              <a:buNone/>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endParaRPr lang="en-US"/>
          </a:p>
        </p:txBody>
      </p:sp>
      <p:sp>
        <p:nvSpPr>
          <p:cNvPr id="27" name="Text Placeholder 3">
            <a:extLst>
              <a:ext uri="{FF2B5EF4-FFF2-40B4-BE49-F238E27FC236}">
                <a16:creationId xmlns:a16="http://schemas.microsoft.com/office/drawing/2014/main" id="{8A3999B7-8C20-854D-A555-F37D032192AE}"/>
              </a:ext>
            </a:extLst>
          </p:cNvPr>
          <p:cNvSpPr>
            <a:spLocks noGrp="1"/>
          </p:cNvSpPr>
          <p:nvPr>
            <p:ph type="body" sz="quarter" idx="19" hasCustomPrompt="1"/>
          </p:nvPr>
        </p:nvSpPr>
        <p:spPr>
          <a:xfrm>
            <a:off x="3259838"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28" name="Text Placeholder 3">
            <a:extLst>
              <a:ext uri="{FF2B5EF4-FFF2-40B4-BE49-F238E27FC236}">
                <a16:creationId xmlns:a16="http://schemas.microsoft.com/office/drawing/2014/main" id="{38F7DDC9-AAC1-834E-B4EE-D42A0B1327C5}"/>
              </a:ext>
            </a:extLst>
          </p:cNvPr>
          <p:cNvSpPr>
            <a:spLocks noGrp="1"/>
          </p:cNvSpPr>
          <p:nvPr>
            <p:ph type="body" sz="quarter" idx="20" hasCustomPrompt="1"/>
          </p:nvPr>
        </p:nvSpPr>
        <p:spPr>
          <a:xfrm>
            <a:off x="6076190" y="1340942"/>
            <a:ext cx="2656067" cy="390200"/>
          </a:xfrm>
          <a:prstGeom prst="rect">
            <a:avLst/>
          </a:prstGeo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Title</a:t>
            </a:r>
          </a:p>
        </p:txBody>
      </p:sp>
      <p:sp>
        <p:nvSpPr>
          <p:cNvPr id="31" name="Text Placeholder 3">
            <a:extLst>
              <a:ext uri="{FF2B5EF4-FFF2-40B4-BE49-F238E27FC236}">
                <a16:creationId xmlns:a16="http://schemas.microsoft.com/office/drawing/2014/main" id="{957FAEDA-E06F-0246-AE0E-09DEF5D51275}"/>
              </a:ext>
            </a:extLst>
          </p:cNvPr>
          <p:cNvSpPr>
            <a:spLocks noGrp="1"/>
          </p:cNvSpPr>
          <p:nvPr>
            <p:ph type="body" sz="quarter" idx="22"/>
          </p:nvPr>
        </p:nvSpPr>
        <p:spPr>
          <a:xfrm>
            <a:off x="790222" y="4444327"/>
            <a:ext cx="7571082" cy="1311187"/>
          </a:xfrm>
          <a:prstGeom prst="rect">
            <a:avLst/>
          </a:prstGeom>
        </p:spPr>
        <p:txBody>
          <a:bodyPr>
            <a:normAutofit/>
          </a:bodyPr>
          <a:lstStyle>
            <a:lvl1pPr marL="0" indent="0">
              <a:buNone/>
              <a:defRPr sz="2400"/>
            </a:lvl1pPr>
          </a:lstStyle>
          <a:p>
            <a:pPr lvl="0"/>
            <a:endParaRPr lang="en-US"/>
          </a:p>
        </p:txBody>
      </p:sp>
      <p:sp>
        <p:nvSpPr>
          <p:cNvPr id="32" name="Text Placeholder 3">
            <a:extLst>
              <a:ext uri="{FF2B5EF4-FFF2-40B4-BE49-F238E27FC236}">
                <a16:creationId xmlns:a16="http://schemas.microsoft.com/office/drawing/2014/main" id="{5DB1EEED-3A61-7145-8CB8-D64E8B31FE3F}"/>
              </a:ext>
            </a:extLst>
          </p:cNvPr>
          <p:cNvSpPr>
            <a:spLocks noGrp="1"/>
          </p:cNvSpPr>
          <p:nvPr>
            <p:ph type="body" sz="quarter" idx="23"/>
          </p:nvPr>
        </p:nvSpPr>
        <p:spPr>
          <a:xfrm>
            <a:off x="790222" y="5870446"/>
            <a:ext cx="7942034" cy="413702"/>
          </a:xfrm>
          <a:prstGeom prst="rect">
            <a:avLst/>
          </a:prstGeom>
        </p:spPr>
        <p:txBody>
          <a:bodyPr>
            <a:noAutofit/>
          </a:bodyPr>
          <a:lstStyle>
            <a:lvl1pPr marL="0" indent="0">
              <a:buNone/>
              <a:defRPr sz="2000" b="0">
                <a:solidFill>
                  <a:schemeClr val="tx1"/>
                </a:solidFill>
              </a:defRPr>
            </a:lvl1pPr>
          </a:lstStyle>
          <a:p>
            <a:pPr lvl="0"/>
            <a:endParaRPr lang="en-US"/>
          </a:p>
        </p:txBody>
      </p:sp>
      <p:pic>
        <p:nvPicPr>
          <p:cNvPr id="16" name="Picture 15">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396238" y="6089840"/>
            <a:ext cx="1772656" cy="449073"/>
          </a:xfrm>
          <a:prstGeom prst="rect">
            <a:avLst/>
          </a:prstGeom>
        </p:spPr>
      </p:pic>
      <p:sp>
        <p:nvSpPr>
          <p:cNvPr id="18"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100" y="6356351"/>
            <a:ext cx="3735457" cy="365125"/>
          </a:xfrm>
          <a:prstGeom prst="rect">
            <a:avLst/>
          </a:prstGeom>
        </p:spPr>
        <p:txBody>
          <a:bodyPr vert="horz" lIns="91440" tIns="45720" rIns="91440" bIns="45720" rtlCol="0" anchor="ctr"/>
          <a:lstStyle>
            <a:lvl1pPr algn="l">
              <a:defRPr sz="881"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81"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7" name="Text Placeholder 6"/>
          <p:cNvSpPr>
            <a:spLocks noGrp="1"/>
          </p:cNvSpPr>
          <p:nvPr>
            <p:ph type="body" sz="quarter" idx="25"/>
          </p:nvPr>
        </p:nvSpPr>
        <p:spPr>
          <a:xfrm>
            <a:off x="9327093" y="1564153"/>
            <a:ext cx="2445808" cy="1212914"/>
          </a:xfrm>
        </p:spPr>
        <p:txBody>
          <a:bodyPr>
            <a:normAutofit/>
          </a:bodyPr>
          <a:lstStyle>
            <a:lvl1pPr marL="0" indent="0">
              <a:buNone/>
              <a:defRPr sz="1333">
                <a:solidFill>
                  <a:schemeClr val="bg1"/>
                </a:solidFill>
              </a:defRPr>
            </a:lvl1pPr>
          </a:lstStyle>
          <a:p>
            <a:pPr lvl="0"/>
            <a:endParaRPr lang="en-US"/>
          </a:p>
        </p:txBody>
      </p:sp>
      <p:sp>
        <p:nvSpPr>
          <p:cNvPr id="24" name="TextBox 23"/>
          <p:cNvSpPr txBox="1"/>
          <p:nvPr userDrawn="1"/>
        </p:nvSpPr>
        <p:spPr>
          <a:xfrm>
            <a:off x="290923" y="3889248"/>
            <a:ext cx="770467" cy="23084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401" b="0" i="0" u="none" strike="noStrike" kern="1200" cap="none" spc="0" normalizeH="0" baseline="3000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rPr>
              <a:t>“</a:t>
            </a:r>
            <a:endParaRPr kumimoji="0" lang="en-US" sz="14401" b="0" i="0" u="none" strike="noStrike" kern="1200" cap="none" spc="0" normalizeH="0" baseline="0" noProof="0">
              <a:ln>
                <a:noFill/>
              </a:ln>
              <a:solidFill>
                <a:srgbClr val="FFFFFF"/>
              </a:solidFill>
              <a:effectLst/>
              <a:uLnTx/>
              <a:uFillTx/>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 Placeholder 6"/>
          <p:cNvSpPr>
            <a:spLocks noGrp="1"/>
          </p:cNvSpPr>
          <p:nvPr>
            <p:ph type="body" sz="quarter" idx="26"/>
          </p:nvPr>
        </p:nvSpPr>
        <p:spPr>
          <a:xfrm>
            <a:off x="9327145" y="3177326"/>
            <a:ext cx="2445808" cy="2758497"/>
          </a:xfrm>
        </p:spPr>
        <p:txBody>
          <a:bodyPr>
            <a:normAutofit/>
          </a:bodyPr>
          <a:lstStyle>
            <a:lvl1pPr marL="0" indent="0">
              <a:buNone/>
              <a:defRPr sz="1333">
                <a:solidFill>
                  <a:schemeClr val="bg1"/>
                </a:solidFill>
              </a:defRPr>
            </a:lvl1pPr>
          </a:lstStyle>
          <a:p>
            <a:pPr lvl="0"/>
            <a:endParaRPr lang="en-US"/>
          </a:p>
        </p:txBody>
      </p:sp>
      <p:sp>
        <p:nvSpPr>
          <p:cNvPr id="34" name="Text Placeholder 6"/>
          <p:cNvSpPr>
            <a:spLocks noGrp="1"/>
          </p:cNvSpPr>
          <p:nvPr>
            <p:ph type="body" sz="quarter" idx="27"/>
          </p:nvPr>
        </p:nvSpPr>
        <p:spPr>
          <a:xfrm>
            <a:off x="9327092" y="2880834"/>
            <a:ext cx="2445808" cy="296493"/>
          </a:xfrm>
        </p:spPr>
        <p:txBody>
          <a:bodyPr>
            <a:normAutofit/>
          </a:bodyPr>
          <a:lstStyle>
            <a:lvl1pPr marL="0" indent="0">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endParaRPr lang="en-US"/>
          </a:p>
        </p:txBody>
      </p:sp>
    </p:spTree>
    <p:custDataLst>
      <p:tags r:id="rId1"/>
    </p:custDataLst>
    <p:extLst>
      <p:ext uri="{BB962C8B-B14F-4D97-AF65-F5344CB8AC3E}">
        <p14:creationId xmlns:p14="http://schemas.microsoft.com/office/powerpoint/2010/main" val="414593588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ull Quote">
    <p:bg>
      <p:bgPr>
        <a:solidFill>
          <a:srgbClr val="222E3C"/>
        </a:solidFill>
        <a:effectLst/>
      </p:bgPr>
    </p:bg>
    <p:spTree>
      <p:nvGrpSpPr>
        <p:cNvPr id="1" name=""/>
        <p:cNvGrpSpPr/>
        <p:nvPr/>
      </p:nvGrpSpPr>
      <p:grpSpPr>
        <a:xfrm>
          <a:off x="0" y="0"/>
          <a:ext cx="0" cy="0"/>
          <a:chOff x="0" y="0"/>
          <a:chExt cx="0" cy="0"/>
        </a:xfrm>
      </p:grpSpPr>
      <p:sp>
        <p:nvSpPr>
          <p:cNvPr id="12" name="Title 11"/>
          <p:cNvSpPr>
            <a:spLocks noGrp="1"/>
          </p:cNvSpPr>
          <p:nvPr>
            <p:ph type="title"/>
          </p:nvPr>
        </p:nvSpPr>
        <p:spPr>
          <a:xfrm>
            <a:off x="419100" y="1361287"/>
            <a:ext cx="11353800" cy="3416300"/>
          </a:xfrm>
        </p:spPr>
        <p:txBody>
          <a:bodyPr anchor="t">
            <a:normAutofit/>
          </a:bodyPr>
          <a:lstStyle>
            <a:lvl1pPr>
              <a:defRPr sz="6000">
                <a:solidFill>
                  <a:schemeClr val="bg1"/>
                </a:solidFill>
              </a:defRPr>
            </a:lvl1pPr>
          </a:lstStyle>
          <a:p>
            <a:r>
              <a:rPr lang="en-US"/>
              <a:t>Click to edit Master title style</a:t>
            </a:r>
          </a:p>
        </p:txBody>
      </p:sp>
      <p:sp>
        <p:nvSpPr>
          <p:cNvPr id="8" name="Rectangle 7">
            <a:extLst>
              <a:ext uri="{FF2B5EF4-FFF2-40B4-BE49-F238E27FC236}">
                <a16:creationId xmlns:a16="http://schemas.microsoft.com/office/drawing/2014/main" id="{A413BF5D-EF1D-5C42-8ED2-B1DC40150995}"/>
              </a:ext>
            </a:extLst>
          </p:cNvPr>
          <p:cNvSpPr/>
          <p:nvPr userDrawn="1"/>
        </p:nvSpPr>
        <p:spPr>
          <a:xfrm>
            <a:off x="0" y="1444414"/>
            <a:ext cx="320634" cy="633768"/>
          </a:xfrm>
          <a:prstGeom prst="rect">
            <a:avLst/>
          </a:prstGeom>
          <a:solidFill>
            <a:srgbClr val="36C2B3"/>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Light" panose="020B0403020204020204" pitchFamily="34" charset="0"/>
              <a:ea typeface="+mn-ea"/>
              <a:cs typeface="+mn-cs"/>
            </a:endParaRPr>
          </a:p>
        </p:txBody>
      </p:sp>
      <p:sp>
        <p:nvSpPr>
          <p:cNvPr id="9" name="Footer Placeholder 4">
            <a:extLst>
              <a:ext uri="{FF2B5EF4-FFF2-40B4-BE49-F238E27FC236}">
                <a16:creationId xmlns:a16="http://schemas.microsoft.com/office/drawing/2014/main" id="{D654C84E-7AFF-4E43-BC29-5AF15F0EFE3A}"/>
              </a:ext>
            </a:extLst>
          </p:cNvPr>
          <p:cNvSpPr>
            <a:spLocks noGrp="1"/>
          </p:cNvSpPr>
          <p:nvPr>
            <p:ph type="ftr" sz="quarter" idx="3"/>
          </p:nvPr>
        </p:nvSpPr>
        <p:spPr>
          <a:xfrm>
            <a:off x="419099" y="6356350"/>
            <a:ext cx="3735457" cy="365125"/>
          </a:xfrm>
          <a:prstGeom prst="rect">
            <a:avLst/>
          </a:prstGeom>
        </p:spPr>
        <p:txBody>
          <a:bodyPr vert="horz" lIns="91440" tIns="45720" rIns="91440" bIns="45720" rtlCol="0" anchor="ctr"/>
          <a:lstStyle>
            <a:lvl1pPr algn="l">
              <a:defRPr sz="900" b="0" i="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6" name="Text Placeholder 3">
            <a:extLst>
              <a:ext uri="{FF2B5EF4-FFF2-40B4-BE49-F238E27FC236}">
                <a16:creationId xmlns:a16="http://schemas.microsoft.com/office/drawing/2014/main" id="{DBBC8AF8-4964-B547-9569-D8BFE87BB8F4}"/>
              </a:ext>
            </a:extLst>
          </p:cNvPr>
          <p:cNvSpPr>
            <a:spLocks noGrp="1"/>
          </p:cNvSpPr>
          <p:nvPr>
            <p:ph type="body" sz="quarter" idx="10" hasCustomPrompt="1"/>
          </p:nvPr>
        </p:nvSpPr>
        <p:spPr>
          <a:xfrm>
            <a:off x="419100" y="5024594"/>
            <a:ext cx="8059738" cy="488498"/>
          </a:xfrm>
        </p:spPr>
        <p:txBody>
          <a:bodyPr>
            <a:normAutofit/>
          </a:bodyPr>
          <a:lstStyle>
            <a:lvl1pPr marL="0" indent="0">
              <a:buNone/>
              <a:defRPr sz="2000" b="0" spc="0">
                <a:solidFill>
                  <a:srgbClr val="36C2B4"/>
                </a:solidFill>
                <a:latin typeface="Amazon Ember" panose="020B0603020204020204" pitchFamily="34" charset="0"/>
                <a:ea typeface="Amazon Ember" panose="020B0603020204020204" pitchFamily="34" charset="0"/>
                <a:cs typeface="Amazon Ember" panose="020B0603020204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title style</a:t>
            </a:r>
          </a:p>
        </p:txBody>
      </p:sp>
      <p:pic>
        <p:nvPicPr>
          <p:cNvPr id="13" name="Picture 12">
            <a:extLst>
              <a:ext uri="{FF2B5EF4-FFF2-40B4-BE49-F238E27FC236}">
                <a16:creationId xmlns:a16="http://schemas.microsoft.com/office/drawing/2014/main" id="{A51D4E80-7282-594D-8256-F973AFF71D56}"/>
              </a:ext>
            </a:extLst>
          </p:cNvPr>
          <p:cNvPicPr>
            <a:picLocks noChangeAspect="1"/>
          </p:cNvPicPr>
          <p:nvPr userDrawn="1"/>
        </p:nvPicPr>
        <p:blipFill>
          <a:blip r:embed="rId3"/>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29765739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6AC7C4F-A7FB-D049-8056-D71FAE608841}"/>
              </a:ext>
            </a:extLst>
          </p:cNvPr>
          <p:cNvPicPr>
            <a:picLocks noChangeAspect="1"/>
          </p:cNvPicPr>
          <p:nvPr userDrawn="1"/>
        </p:nvPicPr>
        <p:blipFill>
          <a:blip r:embed="rId3"/>
          <a:stretch>
            <a:fillRect/>
          </a:stretch>
        </p:blipFill>
        <p:spPr>
          <a:xfrm>
            <a:off x="-81023" y="-47919"/>
            <a:ext cx="12361762" cy="6958182"/>
          </a:xfrm>
          <a:prstGeom prst="rect">
            <a:avLst/>
          </a:prstGeom>
        </p:spPr>
      </p:pic>
      <p:sp>
        <p:nvSpPr>
          <p:cNvPr id="5" name="TextBox 4">
            <a:extLst>
              <a:ext uri="{FF2B5EF4-FFF2-40B4-BE49-F238E27FC236}">
                <a16:creationId xmlns:a16="http://schemas.microsoft.com/office/drawing/2014/main" id="{7F32C9FB-A505-8F4E-99FC-1B161C930668}"/>
              </a:ext>
            </a:extLst>
          </p:cNvPr>
          <p:cNvSpPr txBox="1"/>
          <p:nvPr userDrawn="1"/>
        </p:nvSpPr>
        <p:spPr>
          <a:xfrm>
            <a:off x="423968" y="6089839"/>
            <a:ext cx="8921913" cy="646331"/>
          </a:xfrm>
          <a:prstGeom prst="rect">
            <a:avLst/>
          </a:prstGeom>
          <a:noFill/>
        </p:spPr>
        <p:txBody>
          <a:bodyPr wrap="square" rtlCol="0">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2019 Amazon Web Services, Inc. or its affiliates. All rights reserved. This work may not be reproduced or redistributed, in whole or in part, without prior written permission from Amazon Web Services, Inc. Commercial copying, lending, or selling is prohibited. Corrections or feedback on the course, please email us at: </a:t>
            </a:r>
            <a:r>
              <a:rPr kumimoji="0" lang="en-US" sz="900" b="0" i="0" u="sng"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aws-course-feedback@amazon.com</a:t>
            </a: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For all other questions, contact us at: </a:t>
            </a:r>
            <a:r>
              <a:rPr kumimoji="0" lang="en-US" sz="900" b="0" i="0" u="sng"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https://aws.amazon.com/contact-us/aws-training/</a:t>
            </a:r>
            <a:r>
              <a:rPr kumimoji="0" lang="en-US" sz="900" b="0" i="0" u="none" strike="noStrike" kern="1200" cap="none" spc="0" normalizeH="0" baseline="0" noProof="0">
                <a:ln>
                  <a:noFill/>
                </a:ln>
                <a:solidFill>
                  <a:srgbClr val="FFFFFF"/>
                </a:solidFill>
                <a:effectLst/>
                <a:uLnTx/>
                <a:uFillTx/>
                <a:latin typeface="Amazon Ember Light" charset="0"/>
                <a:ea typeface="Amazon Ember Light" charset="0"/>
                <a:cs typeface="Amazon Ember Light" charset="0"/>
              </a:rPr>
              <a:t>. All trademarks are the property of their owners.</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Amazon Ember Light"/>
              <a:ea typeface="+mn-ea"/>
              <a:cs typeface="+mn-cs"/>
            </a:endParaRPr>
          </a:p>
        </p:txBody>
      </p:sp>
      <p:sp>
        <p:nvSpPr>
          <p:cNvPr id="14" name="Title 1">
            <a:extLst>
              <a:ext uri="{FF2B5EF4-FFF2-40B4-BE49-F238E27FC236}">
                <a16:creationId xmlns:a16="http://schemas.microsoft.com/office/drawing/2014/main" id="{DCAE5FD9-C1AF-FA48-A653-7EA5E0B13826}"/>
              </a:ext>
            </a:extLst>
          </p:cNvPr>
          <p:cNvSpPr>
            <a:spLocks noGrp="1"/>
          </p:cNvSpPr>
          <p:nvPr>
            <p:ph type="title" hasCustomPrompt="1"/>
          </p:nvPr>
        </p:nvSpPr>
        <p:spPr>
          <a:xfrm>
            <a:off x="419100" y="3191940"/>
            <a:ext cx="11353800" cy="474119"/>
          </a:xfrm>
        </p:spPr>
        <p:txBody>
          <a:bodyPr>
            <a:noAutofit/>
          </a:bodyPr>
          <a:lstStyle>
            <a:lvl1pPr>
              <a:defRPr sz="6000">
                <a:solidFill>
                  <a:schemeClr val="bg1"/>
                </a:solidFill>
              </a:defRPr>
            </a:lvl1pPr>
          </a:lstStyle>
          <a:p>
            <a:r>
              <a:rPr lang="en-US"/>
              <a:t>Thank You</a:t>
            </a:r>
          </a:p>
        </p:txBody>
      </p:sp>
      <p:pic>
        <p:nvPicPr>
          <p:cNvPr id="7" name="Picture 6">
            <a:extLst>
              <a:ext uri="{FF2B5EF4-FFF2-40B4-BE49-F238E27FC236}">
                <a16:creationId xmlns:a16="http://schemas.microsoft.com/office/drawing/2014/main" id="{91A5F71C-941B-424B-B0F4-B91497513EB8}"/>
              </a:ext>
            </a:extLst>
          </p:cNvPr>
          <p:cNvPicPr>
            <a:picLocks noChangeAspect="1"/>
          </p:cNvPicPr>
          <p:nvPr userDrawn="1"/>
        </p:nvPicPr>
        <p:blipFill>
          <a:blip r:embed="rId4"/>
          <a:stretch>
            <a:fillRect/>
          </a:stretch>
        </p:blipFill>
        <p:spPr>
          <a:xfrm>
            <a:off x="9931098" y="6089839"/>
            <a:ext cx="1772656" cy="449073"/>
          </a:xfrm>
          <a:prstGeom prst="rect">
            <a:avLst/>
          </a:prstGeom>
        </p:spPr>
      </p:pic>
    </p:spTree>
    <p:custDataLst>
      <p:tags r:id="rId1"/>
    </p:custDataLst>
    <p:extLst>
      <p:ext uri="{BB962C8B-B14F-4D97-AF65-F5344CB8AC3E}">
        <p14:creationId xmlns:p14="http://schemas.microsoft.com/office/powerpoint/2010/main" val="1162678622"/>
      </p:ext>
    </p:extLst>
  </p:cSld>
  <p:clrMapOvr>
    <a:masterClrMapping/>
  </p:clrMapOvr>
  <p:extLst>
    <p:ext uri="{DCECCB84-F9BA-43D5-87BE-67443E8EF086}">
      <p15:sldGuideLst xmlns:p15="http://schemas.microsoft.com/office/powerpoint/2012/main">
        <p15:guide id="1" orient="horz" pos="21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D00D1B8-786D-A14A-BC8F-1CD55F6A16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730" y="-2237"/>
            <a:ext cx="12221730" cy="6860237"/>
          </a:xfrm>
          <a:prstGeom prst="rect">
            <a:avLst/>
          </a:prstGeom>
        </p:spPr>
      </p:pic>
      <p:sp>
        <p:nvSpPr>
          <p:cNvPr id="2" name="Title 1"/>
          <p:cNvSpPr>
            <a:spLocks noGrp="1"/>
          </p:cNvSpPr>
          <p:nvPr userDrawn="1">
            <p:ph type="title"/>
          </p:nvPr>
        </p:nvSpPr>
        <p:spPr>
          <a:xfrm>
            <a:off x="238539" y="263527"/>
            <a:ext cx="11115261" cy="779463"/>
          </a:xfrm>
        </p:spPr>
        <p:txBody>
          <a:bodyPr/>
          <a:lstStyle>
            <a:lvl1pPr>
              <a:defRPr b="0" i="0">
                <a:solidFill>
                  <a:schemeClr val="bg1"/>
                </a:solidFill>
                <a:latin typeface="Amazon Ember Light" charset="0"/>
                <a:ea typeface="Amazon Ember Light" charset="0"/>
                <a:cs typeface="Amazon Ember Light" charset="0"/>
              </a:defRPr>
            </a:lvl1pPr>
          </a:lstStyle>
          <a:p>
            <a:r>
              <a:rPr lang="en-US"/>
              <a:t>Click to edit Master title style</a:t>
            </a:r>
          </a:p>
        </p:txBody>
      </p:sp>
      <p:sp>
        <p:nvSpPr>
          <p:cNvPr id="3" name="Content Placeholder 2"/>
          <p:cNvSpPr>
            <a:spLocks noGrp="1"/>
          </p:cNvSpPr>
          <p:nvPr>
            <p:ph idx="1" hasCustomPrompt="1"/>
          </p:nvPr>
        </p:nvSpPr>
        <p:spPr>
          <a:xfrm>
            <a:off x="238539" y="1440305"/>
            <a:ext cx="11352570" cy="4913308"/>
          </a:xfrm>
        </p:spPr>
        <p:txBody>
          <a:bodyPr/>
          <a:lstStyle>
            <a:lvl1pPr marL="457200" indent="-457200">
              <a:buFontTx/>
              <a:buBlip>
                <a:blip r:embed="rId4"/>
              </a:buBlip>
              <a:defRPr b="0" i="0">
                <a:solidFill>
                  <a:schemeClr val="tx1"/>
                </a:solidFill>
                <a:latin typeface="Amazon Ember Light" charset="0"/>
                <a:ea typeface="Amazon Ember Light" charset="0"/>
                <a:cs typeface="Amazon Ember Light" charset="0"/>
              </a:defRPr>
            </a:lvl1pPr>
            <a:lvl2pPr marL="974725" indent="-457200">
              <a:buFontTx/>
              <a:buBlip>
                <a:blip r:embed="rId4"/>
              </a:buBlip>
              <a:defRPr b="0" i="0">
                <a:solidFill>
                  <a:schemeClr val="tx1"/>
                </a:solidFill>
                <a:latin typeface="Amazon Ember Light" charset="0"/>
                <a:ea typeface="Amazon Ember Light" charset="0"/>
                <a:cs typeface="Amazon Ember Light" charset="0"/>
              </a:defRPr>
            </a:lvl2pPr>
            <a:lvl3pPr marL="1428750" indent="-457200">
              <a:buFontTx/>
              <a:buBlip>
                <a:blip r:embed="rId4"/>
              </a:buBlip>
              <a:defRPr b="0" i="0">
                <a:solidFill>
                  <a:schemeClr val="tx1"/>
                </a:solidFill>
                <a:latin typeface="Amazon Ember Light" charset="0"/>
                <a:ea typeface="Amazon Ember Light" charset="0"/>
                <a:cs typeface="Amazon Ember Light" charset="0"/>
              </a:defRPr>
            </a:lvl3pPr>
            <a:lvl4pPr marL="1600200" indent="-228600">
              <a:buFontTx/>
              <a:buBlip>
                <a:blip r:embed="rId4"/>
              </a:buBlip>
              <a:defRPr b="0" i="0">
                <a:solidFill>
                  <a:schemeClr val="tx1"/>
                </a:solidFill>
                <a:latin typeface="Amazon Ember Light" charset="0"/>
                <a:ea typeface="Amazon Ember Light" charset="0"/>
                <a:cs typeface="Amazon Ember Light" charset="0"/>
              </a:defRPr>
            </a:lvl4pPr>
            <a:lvl5pPr marL="2057400" indent="-228600">
              <a:buFontTx/>
              <a:buBlip>
                <a:blip r:embed="rId4"/>
              </a:buBlip>
              <a:defRPr b="0" i="0">
                <a:solidFill>
                  <a:schemeClr val="tx1"/>
                </a:solidFill>
                <a:latin typeface="Amazon Ember Light" charset="0"/>
                <a:ea typeface="Amazon Ember Light" charset="0"/>
                <a:cs typeface="Amazon Ember Light"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userDrawn="1">
            <p:ph type="sldNum" sz="quarter" idx="12"/>
          </p:nvPr>
        </p:nvSpPr>
        <p:spPr/>
        <p:txBody>
          <a:bodyPr/>
          <a:lstStyle>
            <a:lvl1pPr>
              <a:defRPr b="0" i="0">
                <a:solidFill>
                  <a:schemeClr val="tx1"/>
                </a:solidFill>
                <a:latin typeface="Helvetica Neue LT Std 65 Medium" charset="0"/>
                <a:ea typeface="Helvetica Neue LT Std 65 Medium" charset="0"/>
                <a:cs typeface="Helvetica Neue LT Std 65 Medium"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C43BFD-8FF7-A343-A8A6-E2338FCE8046}" type="slidenum">
              <a:rPr kumimoji="0" lang="en-US" sz="900" b="0" i="0" u="none" strike="noStrike" kern="1200" cap="none" spc="0" normalizeH="0" baseline="0" noProof="0" smtClean="0">
                <a:ln>
                  <a:noFill/>
                </a:ln>
                <a:solidFill>
                  <a:srgbClr val="000000"/>
                </a:solidFill>
                <a:effectLst/>
                <a:uLnTx/>
                <a:uFillTx/>
                <a:latin typeface="Helvetica Neue LT Std 65 Medium"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Helvetica Neue LT Std 65 Medium" charset="0"/>
            </a:endParaRPr>
          </a:p>
        </p:txBody>
      </p:sp>
      <p:sp>
        <p:nvSpPr>
          <p:cNvPr id="8" name="Rectangle 7">
            <a:extLst>
              <a:ext uri="{FF2B5EF4-FFF2-40B4-BE49-F238E27FC236}">
                <a16:creationId xmlns:a16="http://schemas.microsoft.com/office/drawing/2014/main" id="{96387C53-21CC-4861-A773-CA9C4A46D5DF}"/>
              </a:ext>
            </a:extLst>
          </p:cNvPr>
          <p:cNvSpPr/>
          <p:nvPr userDrawn="1"/>
        </p:nvSpPr>
        <p:spPr>
          <a:xfrm>
            <a:off x="12099313" y="6815016"/>
            <a:ext cx="93955"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mazon Ember Light"/>
              <a:ea typeface="+mn-ea"/>
              <a:cs typeface="+mn-cs"/>
            </a:endParaRPr>
          </a:p>
        </p:txBody>
      </p:sp>
      <p:sp>
        <p:nvSpPr>
          <p:cNvPr id="10" name="TextBox 9"/>
          <p:cNvSpPr txBox="1"/>
          <p:nvPr userDrawn="1"/>
        </p:nvSpPr>
        <p:spPr>
          <a:xfrm>
            <a:off x="251791" y="6480313"/>
            <a:ext cx="410817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85000"/>
                    <a:lumOff val="15000"/>
                  </a:srgbClr>
                </a:solidFill>
                <a:effectLst/>
                <a:uLnTx/>
                <a:uFillTx/>
                <a:latin typeface="Amazon Ember Light" charset="0"/>
                <a:ea typeface="Amazon Ember Light" charset="0"/>
                <a:cs typeface="Amazon Ember Light" charset="0"/>
              </a:rPr>
              <a:t>© 2018, Amazon Web Services, Inc. or its Affiliates. All rights reserved.</a:t>
            </a:r>
          </a:p>
        </p:txBody>
      </p:sp>
    </p:spTree>
    <p:custDataLst>
      <p:tags r:id="rId1"/>
    </p:custDataLst>
    <p:extLst>
      <p:ext uri="{BB962C8B-B14F-4D97-AF65-F5344CB8AC3E}">
        <p14:creationId xmlns:p14="http://schemas.microsoft.com/office/powerpoint/2010/main" val="4165948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tags" Target="../tags/tag27.xml"/><Relationship Id="rId3" Type="http://schemas.openxmlformats.org/officeDocument/2006/relationships/slideLayout" Target="../slideLayouts/slideLayout28.xml"/><Relationship Id="rId21" Type="http://schemas.openxmlformats.org/officeDocument/2006/relationships/slideLayout" Target="../slideLayouts/slideLayout46.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theme" Target="../theme/theme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0" Type="http://schemas.openxmlformats.org/officeDocument/2006/relationships/slideLayout" Target="../slideLayouts/slideLayout45.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26" Type="http://schemas.openxmlformats.org/officeDocument/2006/relationships/tags" Target="../tags/tag52.xml"/><Relationship Id="rId3" Type="http://schemas.openxmlformats.org/officeDocument/2006/relationships/slideLayout" Target="../slideLayouts/slideLayout52.xml"/><Relationship Id="rId21" Type="http://schemas.openxmlformats.org/officeDocument/2006/relationships/slideLayout" Target="../slideLayouts/slideLayout70.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5" Type="http://schemas.openxmlformats.org/officeDocument/2006/relationships/theme" Target="../theme/theme3.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slideLayout" Target="../slideLayouts/slideLayout69.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24" Type="http://schemas.openxmlformats.org/officeDocument/2006/relationships/slideLayout" Target="../slideLayouts/slideLayout73.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23" Type="http://schemas.openxmlformats.org/officeDocument/2006/relationships/slideLayout" Target="../slideLayouts/slideLayout72.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 Id="rId22"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fld id="{B6A95138-A96E-2F42-A959-2EFD44FE4AB7}" type="slidenum">
              <a:rPr lang="en-US" smtClean="0">
                <a:solidFill>
                  <a:srgbClr val="000000">
                    <a:tint val="75000"/>
                  </a:srgbClr>
                </a:solidFill>
              </a:rPr>
              <a:pPr>
                <a:defRPr/>
              </a:pPr>
              <a:t>‹#›</a:t>
            </a:fld>
            <a:endParaRPr lang="en-US">
              <a:solidFill>
                <a:srgbClr val="000000">
                  <a:tint val="75000"/>
                </a:srgbClr>
              </a:solidFill>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pPr>
              <a:defRPr/>
            </a:pPr>
            <a:r>
              <a:rPr lang="en-US">
                <a:solidFill>
                  <a:srgbClr val="000000">
                    <a:tint val="75000"/>
                  </a:srgbClr>
                </a:solidFill>
              </a:rPr>
              <a:t>© 2019 Amazon Web Services, Inc. or its Affiliates. All rights reserved.</a:t>
            </a:r>
          </a:p>
        </p:txBody>
      </p:sp>
    </p:spTree>
    <p:custDataLst>
      <p:tags r:id="rId27"/>
    </p:custDataLst>
    <p:extLst>
      <p:ext uri="{BB962C8B-B14F-4D97-AF65-F5344CB8AC3E}">
        <p14:creationId xmlns:p14="http://schemas.microsoft.com/office/powerpoint/2010/main" val="1709416968"/>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25" r:id="rId25"/>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fld id="{B6A95138-A96E-2F42-A959-2EFD44FE4AB7}" type="slidenum">
              <a:rPr lang="en-US" smtClean="0"/>
              <a:pPr/>
              <a:t>‹#›</a:t>
            </a:fld>
            <a:endParaRPr lang="en-US"/>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panose="02000000000000000000" pitchFamily="2" charset="0"/>
                <a:ea typeface="Amazon Ember" panose="02000000000000000000" pitchFamily="2" charset="0"/>
                <a:cs typeface="Amazon Ember Light" panose="020B0403020204020204" pitchFamily="34" charset="0"/>
              </a:defRPr>
            </a:lvl1pPr>
          </a:lstStyle>
          <a:p>
            <a:r>
              <a:rPr lang="en-US"/>
              <a:t>© 2019 Amazon Web Services, Inc. or its Affiliates. All rights reserved.</a:t>
            </a:r>
          </a:p>
        </p:txBody>
      </p:sp>
    </p:spTree>
    <p:custDataLst>
      <p:tags r:id="rId26"/>
    </p:custDataLst>
    <p:extLst>
      <p:ext uri="{BB962C8B-B14F-4D97-AF65-F5344CB8AC3E}">
        <p14:creationId xmlns:p14="http://schemas.microsoft.com/office/powerpoint/2010/main" val="233810577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F0B29-9AD8-3F4E-B00F-6715996AE88A}"/>
              </a:ext>
            </a:extLst>
          </p:cNvPr>
          <p:cNvSpPr>
            <a:spLocks noGrp="1"/>
          </p:cNvSpPr>
          <p:nvPr>
            <p:ph type="title"/>
          </p:nvPr>
        </p:nvSpPr>
        <p:spPr>
          <a:xfrm>
            <a:off x="419100" y="365125"/>
            <a:ext cx="113538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4DF7ED-6BC6-EE49-BB58-F5E1626AD5BF}"/>
              </a:ext>
            </a:extLst>
          </p:cNvPr>
          <p:cNvSpPr>
            <a:spLocks noGrp="1"/>
          </p:cNvSpPr>
          <p:nvPr>
            <p:ph type="body" idx="1"/>
          </p:nvPr>
        </p:nvSpPr>
        <p:spPr>
          <a:xfrm>
            <a:off x="419100" y="1825625"/>
            <a:ext cx="113538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FCD72AE-1203-5947-A950-5866F5412B3B}"/>
              </a:ext>
            </a:extLst>
          </p:cNvPr>
          <p:cNvSpPr>
            <a:spLocks noGrp="1"/>
          </p:cNvSpPr>
          <p:nvPr>
            <p:ph type="sldNum" sz="quarter" idx="4"/>
          </p:nvPr>
        </p:nvSpPr>
        <p:spPr>
          <a:xfrm>
            <a:off x="9029700" y="6356350"/>
            <a:ext cx="2743200" cy="365125"/>
          </a:xfrm>
          <a:prstGeom prst="rect">
            <a:avLst/>
          </a:prstGeom>
        </p:spPr>
        <p:txBody>
          <a:bodyPr vert="horz" lIns="91440" tIns="45720" rIns="91440" bIns="45720" rtlCol="0" anchor="ctr"/>
          <a:lstStyle>
            <a:lvl1pPr algn="r">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 name="Footer Placeholder 4">
            <a:extLst>
              <a:ext uri="{FF2B5EF4-FFF2-40B4-BE49-F238E27FC236}">
                <a16:creationId xmlns:a16="http://schemas.microsoft.com/office/drawing/2014/main" id="{8D064DA9-8E78-194C-AB7B-DC01F6E01F7F}"/>
              </a:ext>
            </a:extLst>
          </p:cNvPr>
          <p:cNvSpPr>
            <a:spLocks noGrp="1"/>
          </p:cNvSpPr>
          <p:nvPr>
            <p:ph type="ftr" sz="quarter" idx="3"/>
          </p:nvPr>
        </p:nvSpPr>
        <p:spPr>
          <a:xfrm>
            <a:off x="419100" y="6356350"/>
            <a:ext cx="6871048" cy="365125"/>
          </a:xfrm>
          <a:prstGeom prst="rect">
            <a:avLst/>
          </a:prstGeom>
        </p:spPr>
        <p:txBody>
          <a:bodyPr vert="horz" lIns="91440" tIns="45720" rIns="91440" bIns="45720" rtlCol="0" anchor="ctr"/>
          <a:lstStyle>
            <a:lvl1pPr algn="l">
              <a:defRPr sz="900" b="0" i="0">
                <a:solidFill>
                  <a:schemeClr val="tx1">
                    <a:tint val="75000"/>
                  </a:schemeClr>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Tree>
    <p:custDataLst>
      <p:tags r:id="rId26"/>
    </p:custDataLst>
    <p:extLst>
      <p:ext uri="{BB962C8B-B14F-4D97-AF65-F5344CB8AC3E}">
        <p14:creationId xmlns:p14="http://schemas.microsoft.com/office/powerpoint/2010/main" val="2787944180"/>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 id="2147483741"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Lst>
  <p:hf hdr="0" dt="0"/>
  <p:txStyles>
    <p:titleStyle>
      <a:lvl1pPr algn="l" defTabSz="914400" rtl="0" eaLnBrk="1" latinLnBrk="0" hangingPunct="1">
        <a:lnSpc>
          <a:spcPct val="90000"/>
        </a:lnSpc>
        <a:spcBef>
          <a:spcPct val="0"/>
        </a:spcBef>
        <a:buNone/>
        <a:defRPr sz="4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64">
          <p15:clr>
            <a:srgbClr val="F26B43"/>
          </p15:clr>
        </p15:guide>
        <p15:guide id="4" pos="74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0.xml"/><Relationship Id="rId1" Type="http://schemas.openxmlformats.org/officeDocument/2006/relationships/tags" Target="../tags/tag7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4.xml"/><Relationship Id="rId1" Type="http://schemas.openxmlformats.org/officeDocument/2006/relationships/tags" Target="../tags/tag7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notesSlide" Target="../notesSlides/notesSlide4.xml"/><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slideLayout" Target="../slideLayouts/slideLayout5.xml"/><Relationship Id="rId1" Type="http://schemas.openxmlformats.org/officeDocument/2006/relationships/tags" Target="../tags/tag80.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png"/><Relationship Id="rId15" Type="http://schemas.openxmlformats.org/officeDocument/2006/relationships/image" Target="../media/image2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 Id="rId1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8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8.svg"/><Relationship Id="rId3" Type="http://schemas.openxmlformats.org/officeDocument/2006/relationships/notesSlide" Target="../notesSlides/notesSlide6.xml"/><Relationship Id="rId7" Type="http://schemas.openxmlformats.org/officeDocument/2006/relationships/image" Target="../media/image24.svg"/><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slideLayout" Target="../slideLayouts/slideLayout5.xml"/><Relationship Id="rId16" Type="http://schemas.openxmlformats.org/officeDocument/2006/relationships/image" Target="../media/image31.png"/><Relationship Id="rId1" Type="http://schemas.openxmlformats.org/officeDocument/2006/relationships/tags" Target="../tags/tag82.xml"/><Relationship Id="rId6" Type="http://schemas.openxmlformats.org/officeDocument/2006/relationships/image" Target="../media/image23.png"/><Relationship Id="rId11" Type="http://schemas.openxmlformats.org/officeDocument/2006/relationships/image" Target="../media/image26.svg"/><Relationship Id="rId5" Type="http://schemas.openxmlformats.org/officeDocument/2006/relationships/image" Target="../media/image13.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2.png"/><Relationship Id="rId9" Type="http://schemas.openxmlformats.org/officeDocument/2006/relationships/image" Target="../media/image19.svg"/><Relationship Id="rId1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7.xml"/><Relationship Id="rId7" Type="http://schemas.openxmlformats.org/officeDocument/2006/relationships/diagramColors" Target="../diagrams/colors1.xml"/><Relationship Id="rId2" Type="http://schemas.openxmlformats.org/officeDocument/2006/relationships/slideLayout" Target="../slideLayouts/slideLayout5.xml"/><Relationship Id="rId1" Type="http://schemas.openxmlformats.org/officeDocument/2006/relationships/tags" Target="../tags/tag8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8.xml"/><Relationship Id="rId7" Type="http://schemas.openxmlformats.org/officeDocument/2006/relationships/diagramColors" Target="../diagrams/colors2.xml"/><Relationship Id="rId2" Type="http://schemas.openxmlformats.org/officeDocument/2006/relationships/slideLayout" Target="../slideLayouts/slideLayout5.xml"/><Relationship Id="rId1" Type="http://schemas.openxmlformats.org/officeDocument/2006/relationships/tags" Target="../tags/tag84.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19.svg"/><Relationship Id="rId4" Type="http://schemas.openxmlformats.org/officeDocument/2006/relationships/diagramData" Target="../diagrams/data2.xml"/><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36.svg"/><Relationship Id="rId18" Type="http://schemas.openxmlformats.org/officeDocument/2006/relationships/image" Target="../media/image41.png"/><Relationship Id="rId3" Type="http://schemas.openxmlformats.org/officeDocument/2006/relationships/notesSlide" Target="../notesSlides/notesSlide9.xml"/><Relationship Id="rId21" Type="http://schemas.openxmlformats.org/officeDocument/2006/relationships/image" Target="../media/image44.svg"/><Relationship Id="rId7" Type="http://schemas.openxmlformats.org/officeDocument/2006/relationships/image" Target="../media/image32.svg"/><Relationship Id="rId12" Type="http://schemas.openxmlformats.org/officeDocument/2006/relationships/image" Target="../media/image35.png"/><Relationship Id="rId17" Type="http://schemas.openxmlformats.org/officeDocument/2006/relationships/image" Target="../media/image40.svg"/><Relationship Id="rId2" Type="http://schemas.openxmlformats.org/officeDocument/2006/relationships/slideLayout" Target="../slideLayouts/slideLayout5.xml"/><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tags" Target="../tags/tag85.xml"/><Relationship Id="rId6" Type="http://schemas.openxmlformats.org/officeDocument/2006/relationships/image" Target="../media/image31.png"/><Relationship Id="rId11" Type="http://schemas.openxmlformats.org/officeDocument/2006/relationships/image" Target="../media/image26.svg"/><Relationship Id="rId5" Type="http://schemas.openxmlformats.org/officeDocument/2006/relationships/image" Target="../media/image34.svg"/><Relationship Id="rId15" Type="http://schemas.openxmlformats.org/officeDocument/2006/relationships/image" Target="../media/image38.svg"/><Relationship Id="rId23" Type="http://schemas.openxmlformats.org/officeDocument/2006/relationships/image" Target="../media/image46.svg"/><Relationship Id="rId10" Type="http://schemas.openxmlformats.org/officeDocument/2006/relationships/image" Target="../media/image25.png"/><Relationship Id="rId19" Type="http://schemas.openxmlformats.org/officeDocument/2006/relationships/image" Target="../media/image42.svg"/><Relationship Id="rId4" Type="http://schemas.openxmlformats.org/officeDocument/2006/relationships/image" Target="../media/image33.png"/><Relationship Id="rId9" Type="http://schemas.openxmlformats.org/officeDocument/2006/relationships/image" Target="../media/image13.svg"/><Relationship Id="rId14" Type="http://schemas.openxmlformats.org/officeDocument/2006/relationships/image" Target="../media/image37.png"/><Relationship Id="rId22" Type="http://schemas.openxmlformats.org/officeDocument/2006/relationships/image" Target="../media/image45.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0.xml"/><Relationship Id="rId7" Type="http://schemas.openxmlformats.org/officeDocument/2006/relationships/image" Target="../media/image21.svg"/><Relationship Id="rId2" Type="http://schemas.openxmlformats.org/officeDocument/2006/relationships/slideLayout" Target="../slideLayouts/slideLayout5.xml"/><Relationship Id="rId1" Type="http://schemas.openxmlformats.org/officeDocument/2006/relationships/tags" Target="../tags/tag86.xml"/><Relationship Id="rId6" Type="http://schemas.openxmlformats.org/officeDocument/2006/relationships/image" Target="../media/image20.png"/><Relationship Id="rId11" Type="http://schemas.openxmlformats.org/officeDocument/2006/relationships/image" Target="../media/image36.svg"/><Relationship Id="rId5" Type="http://schemas.openxmlformats.org/officeDocument/2006/relationships/image" Target="../media/image13.svg"/><Relationship Id="rId10" Type="http://schemas.openxmlformats.org/officeDocument/2006/relationships/image" Target="../media/image35.png"/><Relationship Id="rId4" Type="http://schemas.openxmlformats.org/officeDocument/2006/relationships/image" Target="../media/image12.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6.svg"/><Relationship Id="rId2" Type="http://schemas.openxmlformats.org/officeDocument/2006/relationships/slideLayout" Target="../slideLayouts/slideLayout5.xml"/><Relationship Id="rId1" Type="http://schemas.openxmlformats.org/officeDocument/2006/relationships/tags" Target="../tags/tag87.xml"/><Relationship Id="rId6" Type="http://schemas.openxmlformats.org/officeDocument/2006/relationships/image" Target="../media/image25.png"/><Relationship Id="rId5" Type="http://schemas.openxmlformats.org/officeDocument/2006/relationships/image" Target="../media/image13.sv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88.xml"/><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89.xml"/></Relationships>
</file>

<file path=ppt/slides/_rels/slide14.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notesSlide" Target="../notesSlides/notesSlide14.xml"/><Relationship Id="rId7" Type="http://schemas.openxmlformats.org/officeDocument/2006/relationships/image" Target="../media/image24.svg"/><Relationship Id="rId2" Type="http://schemas.openxmlformats.org/officeDocument/2006/relationships/slideLayout" Target="../slideLayouts/slideLayout5.xml"/><Relationship Id="rId1" Type="http://schemas.openxmlformats.org/officeDocument/2006/relationships/tags" Target="../tags/tag90.xml"/><Relationship Id="rId6" Type="http://schemas.openxmlformats.org/officeDocument/2006/relationships/image" Target="../media/image23.png"/><Relationship Id="rId11" Type="http://schemas.openxmlformats.org/officeDocument/2006/relationships/image" Target="../media/image51.svg"/><Relationship Id="rId5" Type="http://schemas.openxmlformats.org/officeDocument/2006/relationships/image" Target="../media/image13.svg"/><Relationship Id="rId10" Type="http://schemas.openxmlformats.org/officeDocument/2006/relationships/image" Target="../media/image50.png"/><Relationship Id="rId4" Type="http://schemas.openxmlformats.org/officeDocument/2006/relationships/image" Target="../media/image12.png"/><Relationship Id="rId9" Type="http://schemas.openxmlformats.org/officeDocument/2006/relationships/image" Target="../media/image49.sv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9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9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9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9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9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96.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9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1.xml"/><Relationship Id="rId1" Type="http://schemas.openxmlformats.org/officeDocument/2006/relationships/tags" Target="../tags/tag9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99.xml"/><Relationship Id="rId4" Type="http://schemas.openxmlformats.org/officeDocument/2006/relationships/image" Target="../media/image52.png"/></Relationships>
</file>

<file path=ppt/slides/_rels/slide24.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24.xml"/><Relationship Id="rId7" Type="http://schemas.openxmlformats.org/officeDocument/2006/relationships/diagramColors" Target="../diagrams/colors3.xml"/><Relationship Id="rId2" Type="http://schemas.openxmlformats.org/officeDocument/2006/relationships/slideLayout" Target="../slideLayouts/slideLayout5.xml"/><Relationship Id="rId1" Type="http://schemas.openxmlformats.org/officeDocument/2006/relationships/tags" Target="../tags/tag100.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101.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5.xml"/><Relationship Id="rId1" Type="http://schemas.openxmlformats.org/officeDocument/2006/relationships/tags" Target="../tags/tag102.xml"/><Relationship Id="rId5" Type="http://schemas.openxmlformats.org/officeDocument/2006/relationships/image" Target="../media/image53.jpe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104.xml"/></Relationships>
</file>

<file path=ppt/slides/_rels/slide29.xml.rels><?xml version="1.0" encoding="UTF-8" standalone="yes"?>
<Relationships xmlns="http://schemas.openxmlformats.org/package/2006/relationships"><Relationship Id="rId8" Type="http://schemas.microsoft.com/office/2007/relationships/diagramDrawing" Target="../diagrams/drawing4.xml"/><Relationship Id="rId13" Type="http://schemas.microsoft.com/office/2007/relationships/diagramDrawing" Target="../diagrams/drawing5.xml"/><Relationship Id="rId3" Type="http://schemas.openxmlformats.org/officeDocument/2006/relationships/notesSlide" Target="../notesSlides/notesSlide29.xml"/><Relationship Id="rId7" Type="http://schemas.openxmlformats.org/officeDocument/2006/relationships/diagramColors" Target="../diagrams/colors4.xml"/><Relationship Id="rId12" Type="http://schemas.openxmlformats.org/officeDocument/2006/relationships/diagramColors" Target="../diagrams/colors5.xml"/><Relationship Id="rId2" Type="http://schemas.openxmlformats.org/officeDocument/2006/relationships/slideLayout" Target="../slideLayouts/slideLayout5.xml"/><Relationship Id="rId1" Type="http://schemas.openxmlformats.org/officeDocument/2006/relationships/tags" Target="../tags/tag105.xml"/><Relationship Id="rId6" Type="http://schemas.openxmlformats.org/officeDocument/2006/relationships/diagramQuickStyle" Target="../diagrams/quickStyle4.xml"/><Relationship Id="rId11" Type="http://schemas.openxmlformats.org/officeDocument/2006/relationships/diagramQuickStyle" Target="../diagrams/quickStyle5.xml"/><Relationship Id="rId5" Type="http://schemas.openxmlformats.org/officeDocument/2006/relationships/diagramLayout" Target="../diagrams/layout4.xml"/><Relationship Id="rId10" Type="http://schemas.openxmlformats.org/officeDocument/2006/relationships/diagramLayout" Target="../diagrams/layout5.xml"/><Relationship Id="rId4" Type="http://schemas.openxmlformats.org/officeDocument/2006/relationships/diagramData" Target="../diagrams/data4.xml"/><Relationship Id="rId9" Type="http://schemas.openxmlformats.org/officeDocument/2006/relationships/diagramData" Target="../diagrams/data5.xml"/></Relationships>
</file>

<file path=ppt/slides/_rels/slide3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30.xml"/><Relationship Id="rId7" Type="http://schemas.openxmlformats.org/officeDocument/2006/relationships/diagramColors" Target="../diagrams/colors6.xml"/><Relationship Id="rId2" Type="http://schemas.openxmlformats.org/officeDocument/2006/relationships/slideLayout" Target="../slideLayouts/slideLayout5.xml"/><Relationship Id="rId1" Type="http://schemas.openxmlformats.org/officeDocument/2006/relationships/tags" Target="../tags/tag10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10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57.svg"/><Relationship Id="rId2" Type="http://schemas.openxmlformats.org/officeDocument/2006/relationships/slideLayout" Target="../slideLayouts/slideLayout5.xml"/><Relationship Id="rId1" Type="http://schemas.openxmlformats.org/officeDocument/2006/relationships/tags" Target="../tags/tag108.xml"/><Relationship Id="rId6" Type="http://schemas.openxmlformats.org/officeDocument/2006/relationships/image" Target="../media/image56.png"/><Relationship Id="rId5" Type="http://schemas.openxmlformats.org/officeDocument/2006/relationships/image" Target="../media/image55.svg"/><Relationship Id="rId4" Type="http://schemas.openxmlformats.org/officeDocument/2006/relationships/image" Target="../media/image5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110.xml"/><Relationship Id="rId5" Type="http://schemas.openxmlformats.org/officeDocument/2006/relationships/image" Target="../media/image34.sv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1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113.xml"/></Relationships>
</file>

<file path=ppt/slides/_rels/slide38.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38.xml"/><Relationship Id="rId7" Type="http://schemas.openxmlformats.org/officeDocument/2006/relationships/diagramColors" Target="../diagrams/colors7.xml"/><Relationship Id="rId2" Type="http://schemas.openxmlformats.org/officeDocument/2006/relationships/slideLayout" Target="../slideLayouts/slideLayout5.xml"/><Relationship Id="rId1" Type="http://schemas.openxmlformats.org/officeDocument/2006/relationships/tags" Target="../tags/tag114.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115.xml"/><Relationship Id="rId5" Type="http://schemas.openxmlformats.org/officeDocument/2006/relationships/image" Target="../media/image58.png"/><Relationship Id="rId4"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3.xml"/><Relationship Id="rId1" Type="http://schemas.openxmlformats.org/officeDocument/2006/relationships/tags" Target="../tags/tag116.xml"/><Relationship Id="rId5" Type="http://schemas.openxmlformats.org/officeDocument/2006/relationships/image" Target="../media/image60.jpe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3.xml"/><Relationship Id="rId1" Type="http://schemas.openxmlformats.org/officeDocument/2006/relationships/tags" Target="../tags/tag1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vert="horz" lIns="91440" tIns="45720" rIns="91440" bIns="45720" rtlCol="0" anchor="ctr">
            <a:noAutofit/>
          </a:bodyPr>
          <a:lstStyle/>
          <a:p>
            <a:r>
              <a:rPr lang="en-US" sz="4800"/>
              <a:t>Module 3: Computing (Servers)</a:t>
            </a:r>
          </a:p>
        </p:txBody>
      </p:sp>
      <p:sp>
        <p:nvSpPr>
          <p:cNvPr id="3"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chemeClr val="bg1"/>
                </a:solidFill>
              </a:rPr>
              <a:t>© 2019 Amazon Web Services, Inc. or its Affiliates. All rights reserved.</a:t>
            </a:r>
          </a:p>
        </p:txBody>
      </p:sp>
      <p:sp>
        <p:nvSpPr>
          <p:cNvPr id="2" name="Slide Number Placeholder 1"/>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342748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67E4-BDC1-B340-8993-E1E72418A01F}"/>
              </a:ext>
            </a:extLst>
          </p:cNvPr>
          <p:cNvSpPr>
            <a:spLocks noGrp="1"/>
          </p:cNvSpPr>
          <p:nvPr>
            <p:ph type="title"/>
          </p:nvPr>
        </p:nvSpPr>
        <p:spPr/>
        <p:txBody>
          <a:bodyPr/>
          <a:lstStyle/>
          <a:p>
            <a:r>
              <a:rPr lang="en-US"/>
              <a:t>Module objectives</a:t>
            </a:r>
          </a:p>
        </p:txBody>
      </p:sp>
      <p:sp>
        <p:nvSpPr>
          <p:cNvPr id="4" name="Content Placeholder 2">
            <a:extLst>
              <a:ext uri="{FF2B5EF4-FFF2-40B4-BE49-F238E27FC236}">
                <a16:creationId xmlns:a16="http://schemas.microsoft.com/office/drawing/2014/main" id="{AA03B58E-9CA1-F041-8923-2FE03FDDD563}"/>
              </a:ext>
            </a:extLst>
          </p:cNvPr>
          <p:cNvSpPr>
            <a:spLocks noGrp="1"/>
          </p:cNvSpPr>
          <p:nvPr>
            <p:ph idx="1"/>
          </p:nvPr>
        </p:nvSpPr>
        <p:spPr>
          <a:xfrm>
            <a:off x="419100" y="1528175"/>
            <a:ext cx="11772900" cy="4648788"/>
          </a:xfrm>
        </p:spPr>
        <p:txBody>
          <a:bodyPr anchor="t">
            <a:noAutofit/>
          </a:bodyPr>
          <a:lstStyle/>
          <a:p>
            <a:pPr marL="0" indent="0">
              <a:lnSpc>
                <a:spcPct val="100000"/>
              </a:lnSpc>
              <a:spcAft>
                <a:spcPts val="600"/>
              </a:spcAft>
              <a:buNone/>
            </a:pPr>
            <a:r>
              <a:rPr lang="en-US" sz="2400" b="1"/>
              <a:t>At the end of this module, you will be able to:</a:t>
            </a:r>
          </a:p>
          <a:p>
            <a:pPr marL="171450" lvl="0" indent="-171450"/>
            <a:r>
              <a:rPr lang="en-US" sz="2000" b="1"/>
              <a:t>Describe</a:t>
            </a:r>
            <a:r>
              <a:rPr lang="en-US" sz="2000"/>
              <a:t> Amazon Elastic Compute Cloud (Amazon EC2) virtualization.</a:t>
            </a:r>
          </a:p>
          <a:p>
            <a:pPr marL="171450" lvl="0" indent="-171450"/>
            <a:r>
              <a:rPr lang="en-US" sz="2000" b="1"/>
              <a:t>Differentiate</a:t>
            </a:r>
            <a:r>
              <a:rPr lang="en-US" sz="2000"/>
              <a:t> between the instance types and storage options available for EC2 instances.</a:t>
            </a:r>
          </a:p>
          <a:p>
            <a:pPr marL="171450" lvl="0" indent="-171450"/>
            <a:r>
              <a:rPr lang="en-US" sz="2000" b="1"/>
              <a:t>Understand </a:t>
            </a:r>
            <a:r>
              <a:rPr lang="en-US" sz="2000"/>
              <a:t>the networking components that must be specified when you launch an EC2 instance.</a:t>
            </a:r>
          </a:p>
          <a:p>
            <a:pPr marL="171450" lvl="0" indent="-171450"/>
            <a:r>
              <a:rPr lang="en-US" sz="2000" b="1"/>
              <a:t>Explain</a:t>
            </a:r>
            <a:r>
              <a:rPr lang="en-US" sz="2000"/>
              <a:t> Amazon EC2 user data and metadata.</a:t>
            </a:r>
          </a:p>
          <a:p>
            <a:pPr marL="171450" lvl="0" indent="-171450"/>
            <a:r>
              <a:rPr lang="en-US" sz="2000" b="1"/>
              <a:t>Differentiate</a:t>
            </a:r>
            <a:r>
              <a:rPr lang="en-US" sz="2000"/>
              <a:t> the lifecycle states for an EC2 instance.</a:t>
            </a:r>
          </a:p>
          <a:p>
            <a:pPr marL="171450" lvl="0" indent="-171450"/>
            <a:r>
              <a:rPr lang="en-US" sz="2000" b="1"/>
              <a:t>Explain</a:t>
            </a:r>
            <a:r>
              <a:rPr lang="en-US" sz="2000"/>
              <a:t> the shared responsibility model.</a:t>
            </a:r>
          </a:p>
          <a:p>
            <a:pPr marL="171450" lvl="0" indent="-171450"/>
            <a:r>
              <a:rPr lang="en-US" sz="2000" b="1"/>
              <a:t>Create</a:t>
            </a:r>
            <a:r>
              <a:rPr lang="en-US" sz="2000"/>
              <a:t> Amazon EC2 instances.</a:t>
            </a:r>
          </a:p>
        </p:txBody>
      </p:sp>
      <p:cxnSp>
        <p:nvCxnSpPr>
          <p:cNvPr id="6" name="Straight Connector 5">
            <a:extLst>
              <a:ext uri="{FF2B5EF4-FFF2-40B4-BE49-F238E27FC236}">
                <a16:creationId xmlns:a16="http://schemas.microsoft.com/office/drawing/2014/main" id="{C0BFE07E-CE87-2744-B254-4BB2172EB4B0}"/>
              </a:ext>
            </a:extLst>
          </p:cNvPr>
          <p:cNvCxnSpPr/>
          <p:nvPr/>
        </p:nvCxnSpPr>
        <p:spPr>
          <a:xfrm>
            <a:off x="451755" y="5900764"/>
            <a:ext cx="11132820" cy="0"/>
          </a:xfrm>
          <a:prstGeom prst="line">
            <a:avLst/>
          </a:prstGeom>
          <a:ln w="381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4">
            <a:extLst>
              <a:ext uri="{FF2B5EF4-FFF2-40B4-BE49-F238E27FC236}">
                <a16:creationId xmlns:a16="http://schemas.microsoft.com/office/drawing/2014/main" id="{E9EBC2D5-A5B0-4ED6-ACC6-7754D55DABDA}"/>
              </a:ext>
            </a:extLst>
          </p:cNvPr>
          <p:cNvSpPr>
            <a:spLocks noGrp="1"/>
          </p:cNvSpPr>
          <p:nvPr>
            <p:ph type="ftr" sz="quarter" idx="3"/>
          </p:nvPr>
        </p:nvSpPr>
        <p:spPr>
          <a:xfrm>
            <a:off x="419100" y="6356350"/>
            <a:ext cx="3735457"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2019 Amazon Web Services, Inc. or its Affiliates. All rights reserved.</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A95138-A96E-2F42-A959-2EFD44FE4AB7}" type="slidenum">
              <a:rPr kumimoji="0" lang="en-US" sz="900" b="0" i="0" u="none" strike="noStrike" kern="1200" cap="none" spc="0" normalizeH="0" baseline="0" noProof="0" smtClean="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custDataLst>
      <p:tags r:id="rId1"/>
    </p:custDataLst>
    <p:extLst>
      <p:ext uri="{BB962C8B-B14F-4D97-AF65-F5344CB8AC3E}">
        <p14:creationId xmlns:p14="http://schemas.microsoft.com/office/powerpoint/2010/main" val="70348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Computing on AWS</a:t>
            </a:r>
          </a:p>
        </p:txBody>
      </p:sp>
      <p:sp>
        <p:nvSpPr>
          <p:cNvPr id="3" name="Text Placeholder 2"/>
          <p:cNvSpPr>
            <a:spLocks noGrp="1"/>
          </p:cNvSpPr>
          <p:nvPr>
            <p:ph type="body" sz="quarter" idx="10"/>
          </p:nvPr>
        </p:nvSpPr>
        <p:spPr/>
        <p:txBody>
          <a:bodyPr/>
          <a:lstStyle/>
          <a:p>
            <a:r>
              <a:rPr lang="en-US"/>
              <a:t>Module 3: Computing (Servers)</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1134875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Rectangle 271"/>
          <p:cNvSpPr/>
          <p:nvPr/>
        </p:nvSpPr>
        <p:spPr>
          <a:xfrm>
            <a:off x="3308004" y="1561973"/>
            <a:ext cx="4781896" cy="4563660"/>
          </a:xfrm>
          <a:prstGeom prst="rect">
            <a:avLst/>
          </a:prstGeom>
          <a:solidFill>
            <a:schemeClr val="bg1"/>
          </a:solidFill>
          <a:ln w="12700" cmpd="sng">
            <a:solidFill>
              <a:schemeClr val="accent5"/>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sz="1867">
              <a:solidFill>
                <a:srgbClr val="000000"/>
              </a:solidFill>
              <a:latin typeface="Amazon Ember" panose="02000000000000000000" pitchFamily="2" charset="0"/>
              <a:ea typeface="Amazon Ember" panose="02000000000000000000" pitchFamily="2" charset="0"/>
            </a:endParaRPr>
          </a:p>
        </p:txBody>
      </p:sp>
      <p:sp>
        <p:nvSpPr>
          <p:cNvPr id="2" name="Title 1"/>
          <p:cNvSpPr>
            <a:spLocks noGrp="1"/>
          </p:cNvSpPr>
          <p:nvPr>
            <p:ph type="title"/>
          </p:nvPr>
        </p:nvSpPr>
        <p:spPr/>
        <p:txBody>
          <a:bodyPr/>
          <a:lstStyle/>
          <a:p>
            <a:r>
              <a:rPr lang="en-US" b="1"/>
              <a:t>Amazon EC2 virtualization</a:t>
            </a:r>
          </a:p>
        </p:txBody>
      </p:sp>
      <p:sp>
        <p:nvSpPr>
          <p:cNvPr id="235" name="Rectangle 234"/>
          <p:cNvSpPr/>
          <p:nvPr/>
        </p:nvSpPr>
        <p:spPr>
          <a:xfrm>
            <a:off x="3663546" y="2499708"/>
            <a:ext cx="3958195" cy="450925"/>
          </a:xfrm>
          <a:prstGeom prst="rect">
            <a:avLst/>
          </a:prstGeom>
          <a:solidFill>
            <a:schemeClr val="bg1">
              <a:lumMod val="50000"/>
            </a:schemeClr>
          </a:solidFill>
          <a:ln w="12700" cmpd="sng">
            <a:solidFill>
              <a:schemeClr val="bg1">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667">
                <a:solidFill>
                  <a:schemeClr val="bg1"/>
                </a:solidFill>
                <a:latin typeface="Amazon Ember" panose="02000000000000000000" pitchFamily="2" charset="0"/>
                <a:ea typeface="Amazon Ember" panose="02000000000000000000" pitchFamily="2" charset="0"/>
              </a:rPr>
              <a:t>Hypervisor</a:t>
            </a:r>
          </a:p>
        </p:txBody>
      </p:sp>
      <p:sp>
        <p:nvSpPr>
          <p:cNvPr id="266" name="Magnetic Disk 57"/>
          <p:cNvSpPr/>
          <p:nvPr/>
        </p:nvSpPr>
        <p:spPr>
          <a:xfrm>
            <a:off x="3731498" y="5046776"/>
            <a:ext cx="675628" cy="860200"/>
          </a:xfrm>
          <a:prstGeom prst="flowChartMagneticDisk">
            <a:avLst/>
          </a:prstGeom>
          <a:solidFill>
            <a:schemeClr val="bg2">
              <a:lumMod val="85000"/>
            </a:schemeClr>
          </a:solidFill>
          <a:ln>
            <a:solidFill>
              <a:schemeClr val="bg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latin typeface="Amazon Ember" panose="02000000000000000000" pitchFamily="2" charset="0"/>
              <a:ea typeface="Amazon Ember" panose="02000000000000000000" pitchFamily="2" charset="0"/>
            </a:endParaRPr>
          </a:p>
        </p:txBody>
      </p:sp>
      <p:sp>
        <p:nvSpPr>
          <p:cNvPr id="268" name="Magnetic Disk 57"/>
          <p:cNvSpPr/>
          <p:nvPr/>
        </p:nvSpPr>
        <p:spPr>
          <a:xfrm>
            <a:off x="4779815" y="5038783"/>
            <a:ext cx="675628" cy="860200"/>
          </a:xfrm>
          <a:prstGeom prst="flowChartMagneticDisk">
            <a:avLst/>
          </a:prstGeom>
          <a:solidFill>
            <a:schemeClr val="bg2">
              <a:lumMod val="85000"/>
            </a:schemeClr>
          </a:solidFill>
          <a:ln>
            <a:solidFill>
              <a:schemeClr val="bg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latin typeface="Amazon Ember" panose="02000000000000000000" pitchFamily="2" charset="0"/>
              <a:ea typeface="Amazon Ember" panose="02000000000000000000" pitchFamily="2" charset="0"/>
            </a:endParaRPr>
          </a:p>
        </p:txBody>
      </p:sp>
      <p:sp>
        <p:nvSpPr>
          <p:cNvPr id="269" name="Magnetic Disk 57"/>
          <p:cNvSpPr/>
          <p:nvPr/>
        </p:nvSpPr>
        <p:spPr>
          <a:xfrm>
            <a:off x="5828132" y="5046776"/>
            <a:ext cx="675628" cy="860200"/>
          </a:xfrm>
          <a:prstGeom prst="flowChartMagneticDisk">
            <a:avLst/>
          </a:prstGeom>
          <a:solidFill>
            <a:schemeClr val="bg2">
              <a:lumMod val="85000"/>
            </a:schemeClr>
          </a:solidFill>
          <a:ln>
            <a:solidFill>
              <a:schemeClr val="bg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latin typeface="Amazon Ember" panose="02000000000000000000" pitchFamily="2" charset="0"/>
              <a:ea typeface="Amazon Ember" panose="02000000000000000000" pitchFamily="2" charset="0"/>
            </a:endParaRPr>
          </a:p>
        </p:txBody>
      </p:sp>
      <p:sp>
        <p:nvSpPr>
          <p:cNvPr id="270" name="Magnetic Disk 57"/>
          <p:cNvSpPr/>
          <p:nvPr/>
        </p:nvSpPr>
        <p:spPr>
          <a:xfrm>
            <a:off x="6876449" y="5038783"/>
            <a:ext cx="675628" cy="860200"/>
          </a:xfrm>
          <a:prstGeom prst="flowChartMagneticDisk">
            <a:avLst/>
          </a:prstGeom>
          <a:solidFill>
            <a:schemeClr val="bg2">
              <a:lumMod val="85000"/>
            </a:schemeClr>
          </a:solidFill>
          <a:ln>
            <a:solidFill>
              <a:schemeClr val="bg1">
                <a:lumMod val="50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a:latin typeface="Amazon Ember" panose="02000000000000000000" pitchFamily="2" charset="0"/>
              <a:ea typeface="Amazon Ember" panose="02000000000000000000" pitchFamily="2" charset="0"/>
            </a:endParaRPr>
          </a:p>
        </p:txBody>
      </p:sp>
      <p:sp>
        <p:nvSpPr>
          <p:cNvPr id="275" name="Rectangle 274"/>
          <p:cNvSpPr/>
          <p:nvPr/>
        </p:nvSpPr>
        <p:spPr>
          <a:xfrm>
            <a:off x="7812963" y="3709886"/>
            <a:ext cx="1223445" cy="808980"/>
          </a:xfrm>
          <a:prstGeom prst="rect">
            <a:avLst/>
          </a:prstGeom>
          <a:solidFill>
            <a:schemeClr val="bg1"/>
          </a:solidFill>
          <a:ln w="12700" cmpd="sng">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867">
                <a:solidFill>
                  <a:srgbClr val="000000"/>
                </a:solidFill>
                <a:latin typeface="Amazon Ember" panose="02000000000000000000" pitchFamily="2" charset="0"/>
                <a:ea typeface="Amazon Ember" panose="02000000000000000000" pitchFamily="2" charset="0"/>
              </a:rPr>
              <a:t>Network</a:t>
            </a:r>
          </a:p>
        </p:txBody>
      </p:sp>
      <p:sp>
        <p:nvSpPr>
          <p:cNvPr id="280" name="Rectangle 279"/>
          <p:cNvSpPr/>
          <p:nvPr/>
        </p:nvSpPr>
        <p:spPr>
          <a:xfrm>
            <a:off x="7812963" y="4997740"/>
            <a:ext cx="1223445" cy="887181"/>
          </a:xfrm>
          <a:prstGeom prst="rect">
            <a:avLst/>
          </a:prstGeom>
          <a:solidFill>
            <a:schemeClr val="bg1"/>
          </a:solidFill>
          <a:ln w="12700" cmpd="sng">
            <a:solidFill>
              <a:schemeClr val="tx1">
                <a:lumMod val="95000"/>
                <a:lumOff val="5000"/>
              </a:schemeClr>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867">
                <a:solidFill>
                  <a:srgbClr val="000000"/>
                </a:solidFill>
                <a:latin typeface="Amazon Ember" panose="02000000000000000000" pitchFamily="2" charset="0"/>
                <a:ea typeface="Amazon Ember" panose="02000000000000000000" pitchFamily="2" charset="0"/>
              </a:rPr>
              <a:t>EBS-optimized</a:t>
            </a:r>
          </a:p>
        </p:txBody>
      </p:sp>
      <p:cxnSp>
        <p:nvCxnSpPr>
          <p:cNvPr id="281" name="Straight Connector 280"/>
          <p:cNvCxnSpPr/>
          <p:nvPr/>
        </p:nvCxnSpPr>
        <p:spPr>
          <a:xfrm>
            <a:off x="9036409" y="5699851"/>
            <a:ext cx="1444388" cy="976"/>
          </a:xfrm>
          <a:prstGeom prst="line">
            <a:avLst/>
          </a:prstGeom>
          <a:ln>
            <a:prstDash val="lgDash"/>
          </a:ln>
        </p:spPr>
        <p:style>
          <a:lnRef idx="2">
            <a:schemeClr val="accent1"/>
          </a:lnRef>
          <a:fillRef idx="0">
            <a:schemeClr val="accent1"/>
          </a:fillRef>
          <a:effectRef idx="1">
            <a:schemeClr val="accent1"/>
          </a:effectRef>
          <a:fontRef idx="minor">
            <a:schemeClr val="tx1"/>
          </a:fontRef>
        </p:style>
      </p:cxnSp>
      <p:sp>
        <p:nvSpPr>
          <p:cNvPr id="321" name="TextBox 320"/>
          <p:cNvSpPr txBox="1"/>
          <p:nvPr/>
        </p:nvSpPr>
        <p:spPr>
          <a:xfrm>
            <a:off x="585780" y="1850625"/>
            <a:ext cx="2632452" cy="379656"/>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Amazon EC2 instances</a:t>
            </a:r>
          </a:p>
        </p:txBody>
      </p:sp>
      <p:sp>
        <p:nvSpPr>
          <p:cNvPr id="322" name="TextBox 321"/>
          <p:cNvSpPr txBox="1"/>
          <p:nvPr/>
        </p:nvSpPr>
        <p:spPr>
          <a:xfrm>
            <a:off x="1724988" y="3382644"/>
            <a:ext cx="747320" cy="379656"/>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CPUs</a:t>
            </a:r>
          </a:p>
        </p:txBody>
      </p:sp>
      <p:sp>
        <p:nvSpPr>
          <p:cNvPr id="323" name="TextBox 322"/>
          <p:cNvSpPr txBox="1"/>
          <p:nvPr/>
        </p:nvSpPr>
        <p:spPr>
          <a:xfrm>
            <a:off x="1755444" y="4343566"/>
            <a:ext cx="686406" cy="379656"/>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RAM</a:t>
            </a:r>
          </a:p>
        </p:txBody>
      </p:sp>
      <p:sp>
        <p:nvSpPr>
          <p:cNvPr id="324" name="TextBox 323"/>
          <p:cNvSpPr txBox="1"/>
          <p:nvPr/>
        </p:nvSpPr>
        <p:spPr>
          <a:xfrm>
            <a:off x="1006513" y="5128063"/>
            <a:ext cx="2184267" cy="666977"/>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rPr>
              <a:t>Instance store </a:t>
            </a:r>
            <a:r>
              <a:rPr lang="en-US" sz="1867">
                <a:latin typeface="Amazon Ember" panose="02000000000000000000" pitchFamily="2" charset="0"/>
                <a:ea typeface="Amazon Ember" panose="02000000000000000000" pitchFamily="2" charset="0"/>
                <a:cs typeface="Amazon Ember Light" panose="020B0403020204020204" pitchFamily="34" charset="0"/>
              </a:rPr>
              <a:t>(ephemeral)</a:t>
            </a:r>
          </a:p>
        </p:txBody>
      </p:sp>
      <p:pic>
        <p:nvPicPr>
          <p:cNvPr id="66" name="Picture 65"/>
          <p:cNvPicPr>
            <a:picLocks noChangeAspect="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l="28036" t="10419" r="27661" b="16548"/>
          <a:stretch/>
        </p:blipFill>
        <p:spPr>
          <a:xfrm>
            <a:off x="3663547" y="3159338"/>
            <a:ext cx="811530" cy="754381"/>
          </a:xfrm>
          <a:prstGeom prst="rect">
            <a:avLst/>
          </a:prstGeom>
        </p:spPr>
      </p:pic>
      <p:pic>
        <p:nvPicPr>
          <p:cNvPr id="67" name="Picture 66"/>
          <p:cNvPicPr>
            <a:picLocks noChangeAspect="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l="28036" t="10419" r="27661" b="16548"/>
          <a:stretch/>
        </p:blipFill>
        <p:spPr>
          <a:xfrm>
            <a:off x="4712056" y="3159338"/>
            <a:ext cx="811530" cy="754381"/>
          </a:xfrm>
          <a:prstGeom prst="rect">
            <a:avLst/>
          </a:prstGeom>
        </p:spPr>
      </p:pic>
      <p:pic>
        <p:nvPicPr>
          <p:cNvPr id="68" name="Picture 67"/>
          <p:cNvPicPr>
            <a:picLocks noChangeAspect="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l="28036" t="10419" r="27661" b="16548"/>
          <a:stretch/>
        </p:blipFill>
        <p:spPr>
          <a:xfrm>
            <a:off x="5762610" y="3159338"/>
            <a:ext cx="811530" cy="754381"/>
          </a:xfrm>
          <a:prstGeom prst="rect">
            <a:avLst/>
          </a:prstGeom>
        </p:spPr>
      </p:pic>
      <p:pic>
        <p:nvPicPr>
          <p:cNvPr id="69" name="Picture 68"/>
          <p:cNvPicPr>
            <a:picLocks noChangeAspect="1"/>
          </p:cNvPicPr>
          <p:nvPr/>
        </p:nvPicPr>
        <p:blipFill rotWithShape="1">
          <a:blip r:embed="rId4">
            <a:duotone>
              <a:schemeClr val="accent6">
                <a:shade val="45000"/>
                <a:satMod val="135000"/>
              </a:schemeClr>
              <a:prstClr val="white"/>
            </a:duotone>
            <a:extLst>
              <a:ext uri="{28A0092B-C50C-407E-A947-70E740481C1C}">
                <a14:useLocalDpi xmlns:a14="http://schemas.microsoft.com/office/drawing/2010/main" val="0"/>
              </a:ext>
            </a:extLst>
          </a:blip>
          <a:srcRect l="28036" t="10419" r="27661" b="16548"/>
          <a:stretch/>
        </p:blipFill>
        <p:spPr>
          <a:xfrm>
            <a:off x="6808498" y="3159338"/>
            <a:ext cx="811530" cy="754381"/>
          </a:xfrm>
          <a:prstGeom prst="rect">
            <a:avLst/>
          </a:prstGeom>
        </p:spPr>
      </p:pic>
      <p:pic>
        <p:nvPicPr>
          <p:cNvPr id="4" name="Picture 3"/>
          <p:cNvPicPr>
            <a:picLocks noChangeAspect="1"/>
          </p:cNvPicPr>
          <p:nvPr/>
        </p:nvPicPr>
        <p:blipFill>
          <a:blip r:embed="rId5">
            <a:duotone>
              <a:prstClr val="black"/>
              <a:schemeClr val="accent6">
                <a:tint val="45000"/>
                <a:satMod val="400000"/>
              </a:schemeClr>
            </a:duotone>
          </a:blip>
          <a:stretch>
            <a:fillRect/>
          </a:stretch>
        </p:blipFill>
        <p:spPr>
          <a:xfrm>
            <a:off x="3663547" y="4404835"/>
            <a:ext cx="811530" cy="243459"/>
          </a:xfrm>
          <a:prstGeom prst="rect">
            <a:avLst/>
          </a:prstGeom>
        </p:spPr>
      </p:pic>
      <p:pic>
        <p:nvPicPr>
          <p:cNvPr id="70" name="Picture 69"/>
          <p:cNvPicPr>
            <a:picLocks noChangeAspect="1"/>
          </p:cNvPicPr>
          <p:nvPr/>
        </p:nvPicPr>
        <p:blipFill>
          <a:blip r:embed="rId5">
            <a:duotone>
              <a:prstClr val="black"/>
              <a:schemeClr val="accent6">
                <a:tint val="45000"/>
                <a:satMod val="400000"/>
              </a:schemeClr>
            </a:duotone>
          </a:blip>
          <a:stretch>
            <a:fillRect/>
          </a:stretch>
        </p:blipFill>
        <p:spPr>
          <a:xfrm>
            <a:off x="4711864" y="4404835"/>
            <a:ext cx="811530" cy="243459"/>
          </a:xfrm>
          <a:prstGeom prst="rect">
            <a:avLst/>
          </a:prstGeom>
        </p:spPr>
      </p:pic>
      <p:pic>
        <p:nvPicPr>
          <p:cNvPr id="71" name="Picture 70"/>
          <p:cNvPicPr>
            <a:picLocks noChangeAspect="1"/>
          </p:cNvPicPr>
          <p:nvPr/>
        </p:nvPicPr>
        <p:blipFill>
          <a:blip r:embed="rId5">
            <a:duotone>
              <a:prstClr val="black"/>
              <a:schemeClr val="accent6">
                <a:tint val="45000"/>
                <a:satMod val="400000"/>
              </a:schemeClr>
            </a:duotone>
          </a:blip>
          <a:stretch>
            <a:fillRect/>
          </a:stretch>
        </p:blipFill>
        <p:spPr>
          <a:xfrm>
            <a:off x="5762610" y="4404835"/>
            <a:ext cx="811530" cy="243459"/>
          </a:xfrm>
          <a:prstGeom prst="rect">
            <a:avLst/>
          </a:prstGeom>
        </p:spPr>
      </p:pic>
      <p:pic>
        <p:nvPicPr>
          <p:cNvPr id="72" name="Picture 71"/>
          <p:cNvPicPr>
            <a:picLocks noChangeAspect="1"/>
          </p:cNvPicPr>
          <p:nvPr/>
        </p:nvPicPr>
        <p:blipFill>
          <a:blip r:embed="rId5">
            <a:duotone>
              <a:prstClr val="black"/>
              <a:schemeClr val="accent6">
                <a:tint val="45000"/>
                <a:satMod val="400000"/>
              </a:schemeClr>
            </a:duotone>
          </a:blip>
          <a:stretch>
            <a:fillRect/>
          </a:stretch>
        </p:blipFill>
        <p:spPr>
          <a:xfrm>
            <a:off x="6810212" y="4404835"/>
            <a:ext cx="811530" cy="243459"/>
          </a:xfrm>
          <a:prstGeom prst="rect">
            <a:avLst/>
          </a:prstGeom>
        </p:spPr>
      </p:pic>
      <p:pic>
        <p:nvPicPr>
          <p:cNvPr id="41" name="Graphic 20">
            <a:extLst>
              <a:ext uri="{FF2B5EF4-FFF2-40B4-BE49-F238E27FC236}">
                <a16:creationId xmlns:a16="http://schemas.microsoft.com/office/drawing/2014/main" id="{7A14C722-6428-F644-AAFC-49DE6CD659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28774" y="1714882"/>
            <a:ext cx="556906" cy="651142"/>
          </a:xfrm>
          <a:prstGeom prst="rect">
            <a:avLst/>
          </a:prstGeom>
        </p:spPr>
      </p:pic>
      <p:pic>
        <p:nvPicPr>
          <p:cNvPr id="44" name="Graphic 20">
            <a:extLst>
              <a:ext uri="{FF2B5EF4-FFF2-40B4-BE49-F238E27FC236}">
                <a16:creationId xmlns:a16="http://schemas.microsoft.com/office/drawing/2014/main" id="{7A14C722-6428-F644-AAFC-49DE6CD659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39176" y="1714882"/>
            <a:ext cx="556906" cy="651142"/>
          </a:xfrm>
          <a:prstGeom prst="rect">
            <a:avLst/>
          </a:prstGeom>
        </p:spPr>
      </p:pic>
      <p:pic>
        <p:nvPicPr>
          <p:cNvPr id="47" name="Graphic 20">
            <a:extLst>
              <a:ext uri="{FF2B5EF4-FFF2-40B4-BE49-F238E27FC236}">
                <a16:creationId xmlns:a16="http://schemas.microsoft.com/office/drawing/2014/main" id="{7A14C722-6428-F644-AAFC-49DE6CD659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49578" y="1737756"/>
            <a:ext cx="556906" cy="651142"/>
          </a:xfrm>
          <a:prstGeom prst="rect">
            <a:avLst/>
          </a:prstGeom>
        </p:spPr>
      </p:pic>
      <p:pic>
        <p:nvPicPr>
          <p:cNvPr id="48" name="Graphic 20">
            <a:extLst>
              <a:ext uri="{FF2B5EF4-FFF2-40B4-BE49-F238E27FC236}">
                <a16:creationId xmlns:a16="http://schemas.microsoft.com/office/drawing/2014/main" id="{7A14C722-6428-F644-AAFC-49DE6CD659D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59980" y="1737756"/>
            <a:ext cx="556906" cy="651142"/>
          </a:xfrm>
          <a:prstGeom prst="rect">
            <a:avLst/>
          </a:prstGeom>
        </p:spPr>
      </p:pic>
      <p:sp>
        <p:nvSpPr>
          <p:cNvPr id="49" name="TextBox 48">
            <a:extLst>
              <a:ext uri="{FF2B5EF4-FFF2-40B4-BE49-F238E27FC236}">
                <a16:creationId xmlns:a16="http://schemas.microsoft.com/office/drawing/2014/main" id="{E3C0960A-3D31-6D47-8EAA-93DE09090CDD}"/>
              </a:ext>
            </a:extLst>
          </p:cNvPr>
          <p:cNvSpPr txBox="1"/>
          <p:nvPr/>
        </p:nvSpPr>
        <p:spPr>
          <a:xfrm>
            <a:off x="10021600" y="3499252"/>
            <a:ext cx="1698863" cy="338554"/>
          </a:xfrm>
          <a:prstGeom prst="rect">
            <a:avLst/>
          </a:prstGeom>
          <a:noFill/>
        </p:spPr>
        <p:txBody>
          <a:bodyPr wrap="square" rtlCol="0">
            <a:spAutoFit/>
          </a:bodyPr>
          <a:lstStyle/>
          <a:p>
            <a:pPr algn="ctr"/>
            <a:r>
              <a:rPr lang="en-US" sz="1600">
                <a:latin typeface="Amazon Ember" panose="02000000000000000000" pitchFamily="2" charset="0"/>
              </a:rPr>
              <a:t>Amazon EC2</a:t>
            </a:r>
          </a:p>
        </p:txBody>
      </p:sp>
      <p:pic>
        <p:nvPicPr>
          <p:cNvPr id="50" name="Graphic 8">
            <a:extLst>
              <a:ext uri="{FF2B5EF4-FFF2-40B4-BE49-F238E27FC236}">
                <a16:creationId xmlns:a16="http://schemas.microsoft.com/office/drawing/2014/main" id="{0CFADCF2-BD45-E64B-885E-54763259CE5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515431" y="2745251"/>
            <a:ext cx="711200" cy="711200"/>
          </a:xfrm>
          <a:prstGeom prst="rect">
            <a:avLst/>
          </a:prstGeom>
        </p:spPr>
      </p:pic>
      <p:pic>
        <p:nvPicPr>
          <p:cNvPr id="51" name="Graphic 44">
            <a:extLst>
              <a:ext uri="{FF2B5EF4-FFF2-40B4-BE49-F238E27FC236}">
                <a16:creationId xmlns:a16="http://schemas.microsoft.com/office/drawing/2014/main" id="{377480BA-A3A6-9E4A-9AF3-6770D1E63BA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95078" y="3834277"/>
            <a:ext cx="711200" cy="711200"/>
          </a:xfrm>
          <a:prstGeom prst="rect">
            <a:avLst/>
          </a:prstGeom>
        </p:spPr>
      </p:pic>
      <p:sp>
        <p:nvSpPr>
          <p:cNvPr id="52" name="TextBox 51">
            <a:extLst>
              <a:ext uri="{FF2B5EF4-FFF2-40B4-BE49-F238E27FC236}">
                <a16:creationId xmlns:a16="http://schemas.microsoft.com/office/drawing/2014/main" id="{52102B6A-E0DE-BF47-806D-D37ACFEA5A70}"/>
              </a:ext>
            </a:extLst>
          </p:cNvPr>
          <p:cNvSpPr txBox="1"/>
          <p:nvPr/>
        </p:nvSpPr>
        <p:spPr>
          <a:xfrm>
            <a:off x="9770758" y="4529874"/>
            <a:ext cx="2159840" cy="830997"/>
          </a:xfrm>
          <a:prstGeom prst="rect">
            <a:avLst/>
          </a:prstGeom>
          <a:noFill/>
        </p:spPr>
        <p:txBody>
          <a:bodyPr wrap="square" rtlCol="0">
            <a:spAutoFit/>
          </a:bodyPr>
          <a:lstStyle/>
          <a:p>
            <a:pPr algn="ctr"/>
            <a:r>
              <a:rPr lang="en-US" sz="1600">
                <a:latin typeface="Amazon Ember" panose="02000000000000000000" pitchFamily="2" charset="0"/>
              </a:rPr>
              <a:t>Amazon Simple Storage Service (Amazon S3)</a:t>
            </a:r>
          </a:p>
        </p:txBody>
      </p:sp>
      <p:sp>
        <p:nvSpPr>
          <p:cNvPr id="53" name="TextBox 52">
            <a:extLst>
              <a:ext uri="{FF2B5EF4-FFF2-40B4-BE49-F238E27FC236}">
                <a16:creationId xmlns:a16="http://schemas.microsoft.com/office/drawing/2014/main" id="{1824E4D1-26C3-4347-A00E-0EE6CC806219}"/>
              </a:ext>
            </a:extLst>
          </p:cNvPr>
          <p:cNvSpPr txBox="1"/>
          <p:nvPr/>
        </p:nvSpPr>
        <p:spPr>
          <a:xfrm>
            <a:off x="9558599" y="6087674"/>
            <a:ext cx="2584158" cy="584775"/>
          </a:xfrm>
          <a:prstGeom prst="rect">
            <a:avLst/>
          </a:prstGeom>
          <a:noFill/>
        </p:spPr>
        <p:txBody>
          <a:bodyPr wrap="square" rtlCol="0">
            <a:spAutoFit/>
          </a:bodyPr>
          <a:lstStyle/>
          <a:p>
            <a:pPr algn="ctr"/>
            <a:r>
              <a:rPr lang="en-US" sz="1600">
                <a:latin typeface="Amazon Ember" panose="02000000000000000000" pitchFamily="2" charset="0"/>
              </a:rPr>
              <a:t>Amazon Elastic Block Store (Amazon EBS)</a:t>
            </a:r>
          </a:p>
        </p:txBody>
      </p:sp>
      <p:pic>
        <p:nvPicPr>
          <p:cNvPr id="54" name="Graphic 24">
            <a:extLst>
              <a:ext uri="{FF2B5EF4-FFF2-40B4-BE49-F238E27FC236}">
                <a16:creationId xmlns:a16="http://schemas.microsoft.com/office/drawing/2014/main" id="{490C4EBC-0EC2-F34B-B735-BF9350C8B1B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495078" y="5376474"/>
            <a:ext cx="711200" cy="711200"/>
          </a:xfrm>
          <a:prstGeom prst="rect">
            <a:avLst/>
          </a:prstGeom>
        </p:spPr>
      </p:pic>
      <p:pic>
        <p:nvPicPr>
          <p:cNvPr id="55" name="Graphic 15">
            <a:extLst>
              <a:ext uri="{FF2B5EF4-FFF2-40B4-BE49-F238E27FC236}">
                <a16:creationId xmlns:a16="http://schemas.microsoft.com/office/drawing/2014/main" id="{3AE4BA5B-DE17-F54A-8FC6-8FB0A95F67F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65016" y="1672405"/>
            <a:ext cx="771325" cy="771325"/>
          </a:xfrm>
          <a:prstGeom prst="rect">
            <a:avLst/>
          </a:prstGeom>
        </p:spPr>
      </p:pic>
      <p:sp>
        <p:nvSpPr>
          <p:cNvPr id="56" name="TextBox 55">
            <a:extLst>
              <a:ext uri="{FF2B5EF4-FFF2-40B4-BE49-F238E27FC236}">
                <a16:creationId xmlns:a16="http://schemas.microsoft.com/office/drawing/2014/main" id="{B2EF5FDF-E6AC-9B45-9985-723F61E2113E}"/>
              </a:ext>
            </a:extLst>
          </p:cNvPr>
          <p:cNvSpPr txBox="1"/>
          <p:nvPr/>
        </p:nvSpPr>
        <p:spPr>
          <a:xfrm>
            <a:off x="10248534" y="2329096"/>
            <a:ext cx="1204288"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Internet</a:t>
            </a:r>
          </a:p>
        </p:txBody>
      </p:sp>
      <p:cxnSp>
        <p:nvCxnSpPr>
          <p:cNvPr id="42" name="Elbow Connector 41">
            <a:extLst>
              <a:ext uri="{FF2B5EF4-FFF2-40B4-BE49-F238E27FC236}">
                <a16:creationId xmlns:a16="http://schemas.microsoft.com/office/drawing/2014/main" id="{9E773290-9E05-834A-97B8-6380BAC893E9}"/>
              </a:ext>
            </a:extLst>
          </p:cNvPr>
          <p:cNvCxnSpPr>
            <a:cxnSpLocks/>
            <a:endCxn id="55" idx="1"/>
          </p:cNvCxnSpPr>
          <p:nvPr/>
        </p:nvCxnSpPr>
        <p:spPr>
          <a:xfrm rot="5400000" flipH="1" flipV="1">
            <a:off x="8714945" y="2393589"/>
            <a:ext cx="2085591" cy="1414551"/>
          </a:xfrm>
          <a:prstGeom prst="bentConnector2">
            <a:avLst/>
          </a:prstGeom>
          <a:noFill/>
          <a:ln w="12700" cap="flat" cmpd="sng" algn="ctr">
            <a:solidFill>
              <a:srgbClr val="535B63"/>
            </a:solidFill>
            <a:prstDash val="solid"/>
            <a:miter lim="800000"/>
            <a:headEnd type="none" w="med" len="sm"/>
            <a:tailEnd type="arrow" w="med" len="sm"/>
          </a:ln>
          <a:effectLst/>
        </p:spPr>
      </p:cxnSp>
      <p:cxnSp>
        <p:nvCxnSpPr>
          <p:cNvPr id="45" name="Elbow Connector 44">
            <a:extLst>
              <a:ext uri="{FF2B5EF4-FFF2-40B4-BE49-F238E27FC236}">
                <a16:creationId xmlns:a16="http://schemas.microsoft.com/office/drawing/2014/main" id="{9E773290-9E05-834A-97B8-6380BAC893E9}"/>
              </a:ext>
            </a:extLst>
          </p:cNvPr>
          <p:cNvCxnSpPr>
            <a:cxnSpLocks/>
          </p:cNvCxnSpPr>
          <p:nvPr/>
        </p:nvCxnSpPr>
        <p:spPr>
          <a:xfrm flipV="1">
            <a:off x="9036408" y="3009963"/>
            <a:ext cx="1378786" cy="978578"/>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cxnSp>
        <p:nvCxnSpPr>
          <p:cNvPr id="57" name="Elbow Connector 56">
            <a:extLst>
              <a:ext uri="{FF2B5EF4-FFF2-40B4-BE49-F238E27FC236}">
                <a16:creationId xmlns:a16="http://schemas.microsoft.com/office/drawing/2014/main" id="{9E773290-9E05-834A-97B8-6380BAC893E9}"/>
              </a:ext>
            </a:extLst>
          </p:cNvPr>
          <p:cNvCxnSpPr>
            <a:cxnSpLocks/>
          </p:cNvCxnSpPr>
          <p:nvPr/>
        </p:nvCxnSpPr>
        <p:spPr>
          <a:xfrm>
            <a:off x="9036408" y="4098773"/>
            <a:ext cx="1378786" cy="219075"/>
          </a:xfrm>
          <a:prstGeom prst="bentConnector3">
            <a:avLst>
              <a:gd name="adj1" fmla="val 52010"/>
            </a:avLst>
          </a:prstGeom>
          <a:noFill/>
          <a:ln w="12700" cap="flat" cmpd="sng" algn="ctr">
            <a:solidFill>
              <a:srgbClr val="535B63"/>
            </a:solidFill>
            <a:prstDash val="solid"/>
            <a:miter lim="800000"/>
            <a:headEnd type="none" w="med" len="sm"/>
            <a:tailEnd type="arrow" w="med" len="sm"/>
          </a:ln>
          <a:effectLst/>
        </p:spPr>
      </p:cxnSp>
      <p:cxnSp>
        <p:nvCxnSpPr>
          <p:cNvPr id="58" name="Elbow Connector 57">
            <a:extLst>
              <a:ext uri="{FF2B5EF4-FFF2-40B4-BE49-F238E27FC236}">
                <a16:creationId xmlns:a16="http://schemas.microsoft.com/office/drawing/2014/main" id="{9E773290-9E05-834A-97B8-6380BAC893E9}"/>
              </a:ext>
            </a:extLst>
          </p:cNvPr>
          <p:cNvCxnSpPr>
            <a:cxnSpLocks/>
          </p:cNvCxnSpPr>
          <p:nvPr/>
        </p:nvCxnSpPr>
        <p:spPr>
          <a:xfrm>
            <a:off x="9036408" y="4500590"/>
            <a:ext cx="1428608" cy="1022177"/>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43"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346628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Instance types</a:t>
            </a:r>
          </a:p>
        </p:txBody>
      </p:sp>
      <p:sp>
        <p:nvSpPr>
          <p:cNvPr id="10" name="TextBox 9"/>
          <p:cNvSpPr txBox="1"/>
          <p:nvPr/>
        </p:nvSpPr>
        <p:spPr>
          <a:xfrm>
            <a:off x="10264813" y="5738631"/>
            <a:ext cx="1213911" cy="276999"/>
          </a:xfrm>
          <a:prstGeom prst="rect">
            <a:avLst/>
          </a:prstGeom>
          <a:solidFill>
            <a:schemeClr val="bg1"/>
          </a:solidFill>
        </p:spPr>
        <p:txBody>
          <a:bodyPr wrap="none" lIns="0" tIns="0" rIns="0" bIns="0" rtlCol="0">
            <a:spAutoFit/>
          </a:bodyPr>
          <a:lstStyle>
            <a:defPPr>
              <a:defRPr lang="en-US"/>
            </a:defPPr>
            <a:lvl1pPr>
              <a:defRPr>
                <a:latin typeface="Amazon Ember" panose="02000000000000000000" pitchFamily="2" charset="0"/>
                <a:ea typeface="Amazon Ember" panose="02000000000000000000" pitchFamily="2" charset="0"/>
              </a:defRPr>
            </a:lvl1pPr>
          </a:lstStyle>
          <a:p>
            <a:r>
              <a:rPr lang="en-US"/>
              <a:t>x1e.32xlarge</a:t>
            </a:r>
          </a:p>
        </p:txBody>
      </p:sp>
      <p:grpSp>
        <p:nvGrpSpPr>
          <p:cNvPr id="14" name="Group 13">
            <a:extLst>
              <a:ext uri="{FF2B5EF4-FFF2-40B4-BE49-F238E27FC236}">
                <a16:creationId xmlns:a16="http://schemas.microsoft.com/office/drawing/2014/main" id="{132B2A0B-B4CC-5E42-A8BA-884F726118CF}"/>
              </a:ext>
            </a:extLst>
          </p:cNvPr>
          <p:cNvGrpSpPr/>
          <p:nvPr/>
        </p:nvGrpSpPr>
        <p:grpSpPr>
          <a:xfrm>
            <a:off x="10178607" y="1781747"/>
            <a:ext cx="1330179" cy="2208778"/>
            <a:chOff x="10178607" y="1781747"/>
            <a:chExt cx="1330179" cy="2208778"/>
          </a:xfrm>
        </p:grpSpPr>
        <p:cxnSp>
          <p:nvCxnSpPr>
            <p:cNvPr id="12" name="Straight Connector 11"/>
            <p:cNvCxnSpPr/>
            <p:nvPr/>
          </p:nvCxnSpPr>
          <p:spPr>
            <a:xfrm flipH="1">
              <a:off x="10178607" y="1802606"/>
              <a:ext cx="602529" cy="2187919"/>
            </a:xfrm>
            <a:prstGeom prst="line">
              <a:avLst/>
            </a:prstGeom>
            <a:ln w="28575">
              <a:solidFill>
                <a:srgbClr val="FF9900"/>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0953380" y="1781747"/>
              <a:ext cx="555406" cy="2208778"/>
            </a:xfrm>
            <a:prstGeom prst="line">
              <a:avLst/>
            </a:prstGeom>
            <a:ln w="28575">
              <a:solidFill>
                <a:srgbClr val="FF9900"/>
              </a:solidFill>
              <a:prstDash val="sysDot"/>
            </a:ln>
          </p:spPr>
          <p:style>
            <a:lnRef idx="1">
              <a:schemeClr val="accent1"/>
            </a:lnRef>
            <a:fillRef idx="0">
              <a:schemeClr val="accent1"/>
            </a:fillRef>
            <a:effectRef idx="0">
              <a:schemeClr val="accent1"/>
            </a:effectRef>
            <a:fontRef idx="minor">
              <a:schemeClr val="tx1"/>
            </a:fontRef>
          </p:style>
        </p:cxnSp>
      </p:grpSp>
      <p:grpSp>
        <p:nvGrpSpPr>
          <p:cNvPr id="11" name="Group 10">
            <a:extLst>
              <a:ext uri="{FF2B5EF4-FFF2-40B4-BE49-F238E27FC236}">
                <a16:creationId xmlns:a16="http://schemas.microsoft.com/office/drawing/2014/main" id="{EF300664-BE17-FD45-B074-A02EB62FB39A}"/>
              </a:ext>
            </a:extLst>
          </p:cNvPr>
          <p:cNvGrpSpPr/>
          <p:nvPr/>
        </p:nvGrpSpPr>
        <p:grpSpPr>
          <a:xfrm>
            <a:off x="10462498" y="1410585"/>
            <a:ext cx="809517" cy="435183"/>
            <a:chOff x="10462498" y="1410585"/>
            <a:chExt cx="809517" cy="435183"/>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05524" y="1717726"/>
              <a:ext cx="123468" cy="128042"/>
            </a:xfrm>
            <a:prstGeom prst="rect">
              <a:avLst/>
            </a:prstGeom>
          </p:spPr>
        </p:pic>
        <p:sp>
          <p:nvSpPr>
            <p:cNvPr id="8" name="TextBox 7"/>
            <p:cNvSpPr txBox="1"/>
            <p:nvPr/>
          </p:nvSpPr>
          <p:spPr>
            <a:xfrm>
              <a:off x="10462498" y="1410585"/>
              <a:ext cx="809517" cy="276999"/>
            </a:xfrm>
            <a:prstGeom prst="rect">
              <a:avLst/>
            </a:prstGeom>
            <a:noFill/>
          </p:spPr>
          <p:txBody>
            <a:bodyPr wrap="none" lIns="0" tIns="0" rIns="0" bIns="0" rtlCol="0">
              <a:spAutoFit/>
            </a:bodyPr>
            <a:lstStyle/>
            <a:p>
              <a:r>
                <a:rPr lang="en-US">
                  <a:latin typeface="Amazon Ember" panose="02000000000000000000" pitchFamily="2" charset="0"/>
                  <a:ea typeface="Amazon Ember" panose="02000000000000000000" pitchFamily="2" charset="0"/>
                </a:rPr>
                <a:t>t3.nano</a:t>
              </a:r>
            </a:p>
          </p:txBody>
        </p:sp>
      </p:grpSp>
      <p:graphicFrame>
        <p:nvGraphicFramePr>
          <p:cNvPr id="6" name="Table 5"/>
          <p:cNvGraphicFramePr>
            <a:graphicFrameLocks noGrp="1"/>
          </p:cNvGraphicFramePr>
          <p:nvPr>
            <p:extLst>
              <p:ext uri="{D42A27DB-BD31-4B8C-83A1-F6EECF244321}">
                <p14:modId xmlns:p14="http://schemas.microsoft.com/office/powerpoint/2010/main" val="388902039"/>
              </p:ext>
            </p:extLst>
          </p:nvPr>
        </p:nvGraphicFramePr>
        <p:xfrm>
          <a:off x="188259" y="1410202"/>
          <a:ext cx="9776911" cy="4739924"/>
        </p:xfrm>
        <a:graphic>
          <a:graphicData uri="http://schemas.openxmlformats.org/drawingml/2006/table">
            <a:tbl>
              <a:tblPr firstRow="1" bandRow="1">
                <a:tableStyleId>{7DF18680-E054-41AD-8BC1-D1AEF772440D}</a:tableStyleId>
              </a:tblPr>
              <a:tblGrid>
                <a:gridCol w="3372299">
                  <a:extLst>
                    <a:ext uri="{9D8B030D-6E8A-4147-A177-3AD203B41FA5}">
                      <a16:colId xmlns:a16="http://schemas.microsoft.com/office/drawing/2014/main" val="2873556281"/>
                    </a:ext>
                  </a:extLst>
                </a:gridCol>
                <a:gridCol w="3149153">
                  <a:extLst>
                    <a:ext uri="{9D8B030D-6E8A-4147-A177-3AD203B41FA5}">
                      <a16:colId xmlns:a16="http://schemas.microsoft.com/office/drawing/2014/main" val="3220279575"/>
                    </a:ext>
                  </a:extLst>
                </a:gridCol>
                <a:gridCol w="3255459">
                  <a:extLst>
                    <a:ext uri="{9D8B030D-6E8A-4147-A177-3AD203B41FA5}">
                      <a16:colId xmlns:a16="http://schemas.microsoft.com/office/drawing/2014/main" val="1824466544"/>
                    </a:ext>
                  </a:extLst>
                </a:gridCol>
              </a:tblGrid>
              <a:tr h="484961">
                <a:tc gridSpan="3">
                  <a:txBody>
                    <a:bodyPr/>
                    <a:lstStyle/>
                    <a:p>
                      <a:pPr algn="ctr"/>
                      <a:r>
                        <a:rPr lang="en-US" sz="2800" b="1">
                          <a:latin typeface="Amazon Ember" panose="02000000000000000000" pitchFamily="2" charset="0"/>
                          <a:ea typeface="Amazon Ember" panose="02000000000000000000" pitchFamily="2" charset="0"/>
                        </a:rPr>
                        <a:t>Variations</a:t>
                      </a:r>
                      <a:endParaRPr lang="en-US" sz="2800" b="1">
                        <a:latin typeface="Amazon Ember" panose="02000000000000000000" pitchFamily="2" charset="0"/>
                        <a:ea typeface="Amazon Ember" panose="02000000000000000000" pitchFamily="2" charset="0"/>
                        <a:cs typeface="Amazon Ember Thin" panose="020B0303020204020204" pitchFamily="34" charset="0"/>
                      </a:endParaRPr>
                    </a:p>
                  </a:txBody>
                  <a:tcPr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11600016"/>
                  </a:ext>
                </a:extLst>
              </a:tr>
              <a:tr h="848681">
                <a:tc>
                  <a:txBody>
                    <a:bodyPr/>
                    <a:lstStyle/>
                    <a:p>
                      <a:pPr algn="ctr"/>
                      <a:r>
                        <a:rPr lang="en-US" sz="2400" b="0">
                          <a:latin typeface="Amazon Ember" panose="02000000000000000000" pitchFamily="2" charset="0"/>
                          <a:ea typeface="Amazon Ember" panose="02000000000000000000" pitchFamily="2" charset="0"/>
                        </a:rPr>
                        <a:t>CPU type</a:t>
                      </a:r>
                    </a:p>
                    <a:p>
                      <a:pPr algn="ctr"/>
                      <a:r>
                        <a:rPr lang="en-US" sz="2400" b="0">
                          <a:latin typeface="Amazon Ember" panose="02000000000000000000" pitchFamily="2" charset="0"/>
                          <a:ea typeface="Amazon Ember" panose="02000000000000000000" pitchFamily="2" charset="0"/>
                        </a:rPr>
                        <a:t>Storage type	</a:t>
                      </a:r>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a:txBody>
                    <a:bodyPr/>
                    <a:lstStyle/>
                    <a:p>
                      <a:pPr algn="ctr"/>
                      <a:r>
                        <a:rPr lang="en-US" sz="2400" b="0">
                          <a:latin typeface="Amazon Ember" panose="02000000000000000000" pitchFamily="2" charset="0"/>
                          <a:ea typeface="Amazon Ember" panose="02000000000000000000" pitchFamily="2" charset="0"/>
                        </a:rPr>
                        <a:t>CPU</a:t>
                      </a:r>
                      <a:r>
                        <a:rPr lang="en-US" sz="2400" b="0" baseline="0">
                          <a:latin typeface="Amazon Ember" panose="02000000000000000000" pitchFamily="2" charset="0"/>
                          <a:ea typeface="Amazon Ember" panose="02000000000000000000" pitchFamily="2" charset="0"/>
                        </a:rPr>
                        <a:t> or c</a:t>
                      </a:r>
                      <a:r>
                        <a:rPr lang="en-US" sz="2400" b="0">
                          <a:latin typeface="Amazon Ember" panose="02000000000000000000" pitchFamily="2" charset="0"/>
                          <a:ea typeface="Amazon Ember" panose="02000000000000000000" pitchFamily="2" charset="0"/>
                        </a:rPr>
                        <a:t>ore count</a:t>
                      </a:r>
                    </a:p>
                    <a:p>
                      <a:pPr algn="ctr"/>
                      <a:r>
                        <a:rPr lang="en-US" sz="2400" b="0">
                          <a:latin typeface="Amazon Ember" panose="02000000000000000000" pitchFamily="2" charset="0"/>
                          <a:ea typeface="Amazon Ember" panose="02000000000000000000" pitchFamily="2" charset="0"/>
                        </a:rPr>
                        <a:t>Storage amount</a:t>
                      </a:r>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a:txBody>
                    <a:bodyPr/>
                    <a:lstStyle/>
                    <a:p>
                      <a:pPr algn="ctr"/>
                      <a:r>
                        <a:rPr lang="en-US" sz="2400" b="0">
                          <a:latin typeface="Amazon Ember" panose="02000000000000000000" pitchFamily="2" charset="0"/>
                          <a:ea typeface="Amazon Ember" panose="02000000000000000000" pitchFamily="2" charset="0"/>
                        </a:rPr>
                        <a:t>Memory amount</a:t>
                      </a:r>
                      <a:br>
                        <a:rPr lang="en-US" sz="2400" b="0">
                          <a:latin typeface="Amazon Ember" panose="02000000000000000000" pitchFamily="2" charset="0"/>
                          <a:ea typeface="Amazon Ember" panose="02000000000000000000" pitchFamily="2" charset="0"/>
                        </a:rPr>
                      </a:br>
                      <a:r>
                        <a:rPr lang="en-US" sz="2400" b="0">
                          <a:latin typeface="Amazon Ember" panose="02000000000000000000" pitchFamily="2" charset="0"/>
                          <a:ea typeface="Amazon Ember" panose="02000000000000000000" pitchFamily="2" charset="0"/>
                        </a:rPr>
                        <a:t>Network performance</a:t>
                      </a:r>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anchor="ctr"/>
                </a:tc>
                <a:extLst>
                  <a:ext uri="{0D108BD9-81ED-4DB2-BD59-A6C34878D82A}">
                    <a16:rowId xmlns:a16="http://schemas.microsoft.com/office/drawing/2014/main" val="769128392"/>
                  </a:ext>
                </a:extLst>
              </a:tr>
              <a:tr h="484961">
                <a:tc gridSpan="3">
                  <a:txBody>
                    <a:bodyPr/>
                    <a:lstStyle/>
                    <a:p>
                      <a:pPr marL="0" algn="ctr" defTabSz="914400" rtl="0" eaLnBrk="1" latinLnBrk="0" hangingPunct="1"/>
                      <a:r>
                        <a:rPr lang="en-US" sz="2800" b="1" kern="1200">
                          <a:solidFill>
                            <a:schemeClr val="lt1"/>
                          </a:solidFill>
                          <a:latin typeface="Amazon Ember" panose="02000000000000000000" pitchFamily="2" charset="0"/>
                          <a:ea typeface="Amazon Ember" panose="02000000000000000000" pitchFamily="2" charset="0"/>
                          <a:cs typeface="+mn-cs"/>
                        </a:rPr>
                        <a:t>Categories</a:t>
                      </a:r>
                    </a:p>
                  </a:txBody>
                  <a:tcPr anchor="ctr">
                    <a:solidFill>
                      <a:schemeClr val="accent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529052686"/>
                  </a:ext>
                </a:extLst>
              </a:tr>
              <a:tr h="848681">
                <a:tc>
                  <a:txBody>
                    <a:bodyPr/>
                    <a:lstStyle/>
                    <a:p>
                      <a:pPr marL="0" algn="ctr" defTabSz="914400" rtl="0" eaLnBrk="1" latinLnBrk="0" hangingPunct="1"/>
                      <a:r>
                        <a:rPr lang="en-US" sz="2400" b="0" kern="1200">
                          <a:latin typeface="Amazon Ember" panose="02000000000000000000" pitchFamily="2" charset="0"/>
                          <a:ea typeface="Amazon Ember" panose="02000000000000000000" pitchFamily="2" charset="0"/>
                        </a:rPr>
                        <a:t>General purpose</a:t>
                      </a:r>
                    </a:p>
                    <a:p>
                      <a:pPr marL="0" algn="ctr" defTabSz="914400" rtl="0" eaLnBrk="1" latinLnBrk="0" hangingPunct="1"/>
                      <a:r>
                        <a:rPr lang="en-US" sz="2400" b="0" kern="1200">
                          <a:latin typeface="Amazon Ember" panose="02000000000000000000" pitchFamily="2" charset="0"/>
                          <a:ea typeface="Amazon Ember" panose="02000000000000000000" pitchFamily="2" charset="0"/>
                        </a:rPr>
                        <a:t>Accelerated computing</a:t>
                      </a:r>
                      <a:endParaRPr lang="en-US" sz="2400" b="0"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a:txBody>
                    <a:bodyPr/>
                    <a:lstStyle/>
                    <a:p>
                      <a:pPr marL="0" algn="ctr" defTabSz="914400" rtl="0" eaLnBrk="1" latinLnBrk="0" hangingPunct="1"/>
                      <a:r>
                        <a:rPr lang="en-US" sz="2400" b="0" kern="1200">
                          <a:latin typeface="Amazon Ember" panose="02000000000000000000" pitchFamily="2" charset="0"/>
                          <a:ea typeface="Amazon Ember" panose="02000000000000000000" pitchFamily="2" charset="0"/>
                        </a:rPr>
                        <a:t>Compute optimized</a:t>
                      </a:r>
                    </a:p>
                    <a:p>
                      <a:pPr marL="0" algn="ctr" defTabSz="914400" rtl="0" eaLnBrk="1" latinLnBrk="0" hangingPunct="1"/>
                      <a:r>
                        <a:rPr lang="en-US" sz="2400" b="0" kern="1200">
                          <a:latin typeface="Amazon Ember" panose="02000000000000000000" pitchFamily="2" charset="0"/>
                          <a:ea typeface="Amazon Ember" panose="02000000000000000000" pitchFamily="2" charset="0"/>
                        </a:rPr>
                        <a:t>Storage optimized</a:t>
                      </a:r>
                      <a:endParaRPr lang="en-US" sz="2400" b="0"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a:txBody>
                    <a:bodyPr/>
                    <a:lstStyle/>
                    <a:p>
                      <a:pPr marL="0" algn="ctr" defTabSz="914400" rtl="0" eaLnBrk="1" latinLnBrk="0" hangingPunct="1"/>
                      <a:r>
                        <a:rPr lang="en-US" sz="2400" b="0" kern="1200">
                          <a:latin typeface="Amazon Ember" panose="02000000000000000000" pitchFamily="2" charset="0"/>
                          <a:ea typeface="Amazon Ember" panose="02000000000000000000" pitchFamily="2" charset="0"/>
                        </a:rPr>
                        <a:t>Memory optimized</a:t>
                      </a:r>
                      <a:br>
                        <a:rPr lang="en-US" sz="2400" b="0" kern="1200">
                          <a:latin typeface="Amazon Ember" panose="02000000000000000000" pitchFamily="2" charset="0"/>
                          <a:ea typeface="Amazon Ember" panose="02000000000000000000" pitchFamily="2" charset="0"/>
                        </a:rPr>
                      </a:br>
                      <a:endParaRPr lang="en-US" sz="2400" b="0" i="0" kern="1200">
                        <a:solidFill>
                          <a:schemeClr val="dk1"/>
                        </a:solidFill>
                        <a:latin typeface="Amazon Ember" panose="02000000000000000000" pitchFamily="2" charset="0"/>
                        <a:ea typeface="Amazon Ember" panose="02000000000000000000" pitchFamily="2" charset="0"/>
                        <a:cs typeface="Amazon Ember Light" panose="020B0403020204020204" pitchFamily="34" charset="0"/>
                      </a:endParaRPr>
                    </a:p>
                  </a:txBody>
                  <a:tcPr anchor="ctr"/>
                </a:tc>
                <a:extLst>
                  <a:ext uri="{0D108BD9-81ED-4DB2-BD59-A6C34878D82A}">
                    <a16:rowId xmlns:a16="http://schemas.microsoft.com/office/drawing/2014/main" val="1551581520"/>
                  </a:ext>
                </a:extLst>
              </a:tr>
              <a:tr h="484961">
                <a:tc gridSpan="3">
                  <a:txBody>
                    <a:bodyPr/>
                    <a:lstStyle/>
                    <a:p>
                      <a:pPr marL="0" algn="ctr" defTabSz="914400" rtl="0" eaLnBrk="1" latinLnBrk="0" hangingPunct="1"/>
                      <a:r>
                        <a:rPr lang="en-US" sz="2800" b="1" kern="1200">
                          <a:solidFill>
                            <a:schemeClr val="bg1"/>
                          </a:solidFill>
                          <a:latin typeface="Amazon Ember" panose="02000000000000000000" pitchFamily="2" charset="0"/>
                          <a:ea typeface="Amazon Ember" panose="02000000000000000000" pitchFamily="2" charset="0"/>
                        </a:rPr>
                        <a:t>Families</a:t>
                      </a:r>
                      <a:endParaRPr lang="en-US" sz="2800" b="1" kern="1200">
                        <a:solidFill>
                          <a:schemeClr val="bg1"/>
                        </a:solidFill>
                        <a:latin typeface="Amazon Ember" panose="02000000000000000000" pitchFamily="2" charset="0"/>
                        <a:ea typeface="Amazon Ember" panose="02000000000000000000" pitchFamily="2" charset="0"/>
                        <a:cs typeface="Amazon Ember Thin" panose="020B0303020204020204" pitchFamily="34" charset="0"/>
                      </a:endParaRPr>
                    </a:p>
                  </a:txBody>
                  <a:tcPr anchor="ctr">
                    <a:solidFill>
                      <a:schemeClr val="accent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73631893"/>
                  </a:ext>
                </a:extLst>
              </a:tr>
              <a:tr h="48496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latin typeface="Amazon Ember" panose="02000000000000000000" pitchFamily="2" charset="0"/>
                          <a:ea typeface="Amazon Ember" panose="02000000000000000000" pitchFamily="2" charset="0"/>
                        </a:rPr>
                        <a:t>Collections of types within a category</a:t>
                      </a:r>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87584499"/>
                  </a:ext>
                </a:extLst>
              </a:tr>
              <a:tr h="484961">
                <a:tc gridSpan="3">
                  <a:txBody>
                    <a:bodyPr/>
                    <a:lstStyle/>
                    <a:p>
                      <a:pPr algn="ctr"/>
                      <a:r>
                        <a:rPr lang="en-US" sz="2800" b="1" kern="1200">
                          <a:solidFill>
                            <a:schemeClr val="bg1"/>
                          </a:solidFill>
                          <a:latin typeface="Amazon Ember" panose="02000000000000000000" pitchFamily="2" charset="0"/>
                          <a:ea typeface="Amazon Ember" panose="02000000000000000000" pitchFamily="2" charset="0"/>
                        </a:rPr>
                        <a:t>Types</a:t>
                      </a:r>
                      <a:endParaRPr lang="en-US" sz="2800" b="1" kern="1200">
                        <a:solidFill>
                          <a:schemeClr val="bg1"/>
                        </a:solidFill>
                        <a:latin typeface="Amazon Ember" panose="02000000000000000000" pitchFamily="2" charset="0"/>
                        <a:ea typeface="Amazon Ember" panose="02000000000000000000" pitchFamily="2" charset="0"/>
                        <a:cs typeface="Amazon Ember Thin" panose="020B0303020204020204" pitchFamily="34" charset="0"/>
                      </a:endParaRPr>
                    </a:p>
                  </a:txBody>
                  <a:tcPr anchor="ctr">
                    <a:solidFill>
                      <a:schemeClr val="accent5"/>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27061286"/>
                  </a:ext>
                </a:extLst>
              </a:tr>
              <a:tr h="48496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0">
                          <a:latin typeface="Amazon Ember" panose="02000000000000000000" pitchFamily="2" charset="0"/>
                          <a:ea typeface="Amazon Ember" panose="02000000000000000000" pitchFamily="2" charset="0"/>
                        </a:rPr>
                        <a:t>Unique selections of virtual hardware capability</a:t>
                      </a:r>
                      <a:endParaRPr lang="en-US" sz="2400" b="0" i="0">
                        <a:latin typeface="Amazon Ember" panose="02000000000000000000" pitchFamily="2" charset="0"/>
                        <a:ea typeface="Amazon Ember" panose="02000000000000000000" pitchFamily="2" charset="0"/>
                        <a:cs typeface="Amazon Ember Light" panose="020B0403020204020204" pitchFamily="34" charset="0"/>
                      </a:endParaRPr>
                    </a:p>
                  </a:txBody>
                  <a:tcPr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431828601"/>
                  </a:ext>
                </a:extLst>
              </a:tr>
            </a:tbl>
          </a:graphicData>
        </a:graphic>
      </p:graphicFrame>
      <p:pic>
        <p:nvPicPr>
          <p:cNvPr id="16" name="Graphic 20">
            <a:extLst>
              <a:ext uri="{FF2B5EF4-FFF2-40B4-BE49-F238E27FC236}">
                <a16:creationId xmlns:a16="http://schemas.microsoft.com/office/drawing/2014/main" id="{7A14C722-6428-F644-AAFC-49DE6CD659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86539" y="3925671"/>
            <a:ext cx="1550581" cy="1812960"/>
          </a:xfrm>
          <a:prstGeom prst="rect">
            <a:avLst/>
          </a:prstGeom>
        </p:spPr>
      </p:pic>
      <p:sp>
        <p:nvSpPr>
          <p:cNvPr id="1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786843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50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nodeType="afterEffect">
                                  <p:stCondLst>
                                    <p:cond delay="500"/>
                                  </p:stCondLst>
                                  <p:childTnLst>
                                    <p:set>
                                      <p:cBhvr>
                                        <p:cTn id="9" dur="1" fill="hold">
                                          <p:stCondLst>
                                            <p:cond delay="0"/>
                                          </p:stCondLst>
                                        </p:cTn>
                                        <p:tgtEl>
                                          <p:spTgt spid="14"/>
                                        </p:tgtEl>
                                        <p:attrNameLst>
                                          <p:attrName>style.visibility</p:attrName>
                                        </p:attrNameLst>
                                      </p:cBhvr>
                                      <p:to>
                                        <p:strVal val="visible"/>
                                      </p:to>
                                    </p:set>
                                    <p:animEffect transition="in" filter="wipe(up)">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17325" y="3854262"/>
            <a:ext cx="1550581" cy="1812960"/>
          </a:xfrm>
          <a:prstGeom prst="rect">
            <a:avLst/>
          </a:prstGeom>
        </p:spPr>
      </p:pic>
      <p:sp>
        <p:nvSpPr>
          <p:cNvPr id="2" name="Title 1"/>
          <p:cNvSpPr>
            <a:spLocks noGrp="1"/>
          </p:cNvSpPr>
          <p:nvPr>
            <p:ph type="title"/>
          </p:nvPr>
        </p:nvSpPr>
        <p:spPr/>
        <p:txBody>
          <a:bodyPr/>
          <a:lstStyle/>
          <a:p>
            <a:r>
              <a:rPr lang="en-US" b="1"/>
              <a:t>Provisioning an instance</a:t>
            </a:r>
          </a:p>
        </p:txBody>
      </p:sp>
      <p:sp>
        <p:nvSpPr>
          <p:cNvPr id="8" name="TextBox 7"/>
          <p:cNvSpPr txBox="1"/>
          <p:nvPr/>
        </p:nvSpPr>
        <p:spPr>
          <a:xfrm>
            <a:off x="513951" y="1863877"/>
            <a:ext cx="2381745" cy="666977"/>
          </a:xfrm>
          <a:prstGeom prst="rect">
            <a:avLst/>
          </a:prstGeom>
          <a:solidFill>
            <a:schemeClr val="bg1"/>
          </a:solidFill>
        </p:spPr>
        <p:txBody>
          <a:bodyPr wrap="square" rtlCol="0">
            <a:spAutoFit/>
          </a:bodyPr>
          <a:lstStyle/>
          <a:p>
            <a:pPr algn="ctr"/>
            <a:r>
              <a:rPr lang="en-US" sz="1867">
                <a:latin typeface="Amazon Ember" panose="02000000000000000000" pitchFamily="2" charset="0"/>
                <a:ea typeface="Amazon Ember" panose="02000000000000000000" pitchFamily="2" charset="0"/>
              </a:rPr>
              <a:t>Network placement</a:t>
            </a:r>
          </a:p>
          <a:p>
            <a:pPr algn="ctr"/>
            <a:r>
              <a:rPr lang="en-US" sz="1867">
                <a:latin typeface="Amazon Ember" panose="02000000000000000000" pitchFamily="2" charset="0"/>
                <a:ea typeface="Amazon Ember" panose="02000000000000000000" pitchFamily="2" charset="0"/>
              </a:rPr>
              <a:t>and addressing</a:t>
            </a:r>
          </a:p>
        </p:txBody>
      </p:sp>
      <p:sp>
        <p:nvSpPr>
          <p:cNvPr id="9" name="TextBox 8"/>
          <p:cNvSpPr txBox="1"/>
          <p:nvPr/>
        </p:nvSpPr>
        <p:spPr>
          <a:xfrm>
            <a:off x="5731445" y="1405698"/>
            <a:ext cx="3594254" cy="666977"/>
          </a:xfrm>
          <a:prstGeom prst="rect">
            <a:avLst/>
          </a:prstGeom>
          <a:noFill/>
        </p:spPr>
        <p:txBody>
          <a:bodyPr wrap="none" rtlCol="0">
            <a:spAutoFit/>
          </a:bodyPr>
          <a:lstStyle/>
          <a:p>
            <a:r>
              <a:rPr lang="en-US" sz="1867">
                <a:latin typeface="Amazon Ember" panose="02000000000000000000" pitchFamily="2" charset="0"/>
                <a:ea typeface="Amazon Ember" panose="02000000000000000000" pitchFamily="2" charset="0"/>
              </a:rPr>
              <a:t>Block storage: </a:t>
            </a:r>
          </a:p>
          <a:p>
            <a:r>
              <a:rPr lang="en-US" sz="1867">
                <a:latin typeface="Amazon Ember" panose="02000000000000000000" pitchFamily="2" charset="0"/>
                <a:ea typeface="Amazon Ember" panose="02000000000000000000" pitchFamily="2" charset="0"/>
              </a:rPr>
              <a:t>Instance Store or Amazon EBS</a:t>
            </a:r>
          </a:p>
        </p:txBody>
      </p:sp>
      <p:sp>
        <p:nvSpPr>
          <p:cNvPr id="40" name="TextBox 39"/>
          <p:cNvSpPr txBox="1"/>
          <p:nvPr/>
        </p:nvSpPr>
        <p:spPr>
          <a:xfrm>
            <a:off x="4847434" y="5583192"/>
            <a:ext cx="1090362" cy="379656"/>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Tenancy</a:t>
            </a:r>
          </a:p>
        </p:txBody>
      </p:sp>
      <p:sp>
        <p:nvSpPr>
          <p:cNvPr id="41" name="TextBox 40"/>
          <p:cNvSpPr txBox="1"/>
          <p:nvPr/>
        </p:nvSpPr>
        <p:spPr>
          <a:xfrm>
            <a:off x="4807611" y="4573093"/>
            <a:ext cx="1170008" cy="338554"/>
          </a:xfrm>
          <a:prstGeom prst="rect">
            <a:avLst/>
          </a:prstGeom>
          <a:noFill/>
        </p:spPr>
        <p:txBody>
          <a:bodyPr wrap="square" rtlCol="0">
            <a:spAutoFit/>
          </a:bodyPr>
          <a:lstStyle/>
          <a:p>
            <a:pPr algn="ctr"/>
            <a:r>
              <a:rPr lang="en-US" sz="1600">
                <a:latin typeface="Amazon Ember" panose="02000000000000000000" pitchFamily="2" charset="0"/>
                <a:ea typeface="Amazon Ember" panose="02000000000000000000" pitchFamily="2" charset="0"/>
              </a:rPr>
              <a:t>Instance</a:t>
            </a:r>
          </a:p>
        </p:txBody>
      </p:sp>
      <p:cxnSp>
        <p:nvCxnSpPr>
          <p:cNvPr id="24" name="Straight Arrow Connector 23"/>
          <p:cNvCxnSpPr>
            <a:stCxn id="38" idx="2"/>
          </p:cNvCxnSpPr>
          <p:nvPr/>
        </p:nvCxnSpPr>
        <p:spPr>
          <a:xfrm>
            <a:off x="5392616" y="2701755"/>
            <a:ext cx="1613" cy="114069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p:cNvCxnSpPr/>
          <p:nvPr/>
        </p:nvCxnSpPr>
        <p:spPr>
          <a:xfrm flipV="1">
            <a:off x="2221230" y="4747125"/>
            <a:ext cx="2326967" cy="38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2870086" y="3570449"/>
            <a:ext cx="1362873" cy="379656"/>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Server role</a:t>
            </a:r>
          </a:p>
        </p:txBody>
      </p:sp>
      <p:sp>
        <p:nvSpPr>
          <p:cNvPr id="79" name="TextBox 78"/>
          <p:cNvSpPr txBox="1"/>
          <p:nvPr/>
        </p:nvSpPr>
        <p:spPr>
          <a:xfrm>
            <a:off x="9198249" y="2222591"/>
            <a:ext cx="1787533" cy="379656"/>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rPr>
              <a:t>User data</a:t>
            </a:r>
          </a:p>
        </p:txBody>
      </p:sp>
      <p:pic>
        <p:nvPicPr>
          <p:cNvPr id="36" name="Graphic 54">
            <a:extLst>
              <a:ext uri="{FF2B5EF4-FFF2-40B4-BE49-F238E27FC236}">
                <a16:creationId xmlns:a16="http://schemas.microsoft.com/office/drawing/2014/main" id="{50E1591F-DA4C-934C-BDCB-2E69767A65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19168" y="3457170"/>
            <a:ext cx="701426" cy="701426"/>
          </a:xfrm>
          <a:prstGeom prst="rect">
            <a:avLst/>
          </a:prstGeom>
        </p:spPr>
      </p:pic>
      <p:sp>
        <p:nvSpPr>
          <p:cNvPr id="38" name="TextBox 37">
            <a:extLst>
              <a:ext uri="{FF2B5EF4-FFF2-40B4-BE49-F238E27FC236}">
                <a16:creationId xmlns:a16="http://schemas.microsoft.com/office/drawing/2014/main" id="{1824E4D1-26C3-4347-A00E-0EE6CC806219}"/>
              </a:ext>
            </a:extLst>
          </p:cNvPr>
          <p:cNvSpPr txBox="1"/>
          <p:nvPr/>
        </p:nvSpPr>
        <p:spPr>
          <a:xfrm>
            <a:off x="3824100" y="2116980"/>
            <a:ext cx="3137031" cy="584775"/>
          </a:xfrm>
          <a:prstGeom prst="rect">
            <a:avLst/>
          </a:prstGeom>
          <a:noFill/>
        </p:spPr>
        <p:txBody>
          <a:bodyPr wrap="square" rtlCol="0">
            <a:spAutoFit/>
          </a:bodyPr>
          <a:lstStyle/>
          <a:p>
            <a:pPr algn="ctr"/>
            <a:r>
              <a:rPr lang="en-US" sz="1600">
                <a:latin typeface="Amazon Ember" panose="02000000000000000000" pitchFamily="2" charset="0"/>
              </a:rPr>
              <a:t>Amazon Elastic Block Store (EBS)</a:t>
            </a:r>
          </a:p>
        </p:txBody>
      </p:sp>
      <p:pic>
        <p:nvPicPr>
          <p:cNvPr id="42" name="Graphic 24">
            <a:extLst>
              <a:ext uri="{FF2B5EF4-FFF2-40B4-BE49-F238E27FC236}">
                <a16:creationId xmlns:a16="http://schemas.microsoft.com/office/drawing/2014/main" id="{490C4EBC-0EC2-F34B-B735-BF9350C8B1B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037015" y="1442783"/>
            <a:ext cx="711200" cy="711200"/>
          </a:xfrm>
          <a:prstGeom prst="rect">
            <a:avLst/>
          </a:prstGeom>
        </p:spPr>
      </p:pic>
      <p:pic>
        <p:nvPicPr>
          <p:cNvPr id="43" name="Graphic 58">
            <a:extLst>
              <a:ext uri="{FF2B5EF4-FFF2-40B4-BE49-F238E27FC236}">
                <a16:creationId xmlns:a16="http://schemas.microsoft.com/office/drawing/2014/main" id="{6D5D941B-48FC-C04A-B714-B4EB60960E9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19240" y="3199538"/>
            <a:ext cx="330200" cy="330200"/>
          </a:xfrm>
          <a:prstGeom prst="rect">
            <a:avLst/>
          </a:prstGeom>
        </p:spPr>
      </p:pic>
      <p:sp>
        <p:nvSpPr>
          <p:cNvPr id="44" name="Rectangle 43">
            <a:extLst>
              <a:ext uri="{FF2B5EF4-FFF2-40B4-BE49-F238E27FC236}">
                <a16:creationId xmlns:a16="http://schemas.microsoft.com/office/drawing/2014/main" id="{9E4B180B-66C8-134C-9780-D82E60B76CCD}"/>
              </a:ext>
            </a:extLst>
          </p:cNvPr>
          <p:cNvSpPr/>
          <p:nvPr/>
        </p:nvSpPr>
        <p:spPr>
          <a:xfrm>
            <a:off x="9119240" y="3199538"/>
            <a:ext cx="1866542" cy="114300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sp>
        <p:nvSpPr>
          <p:cNvPr id="45" name="TextBox 44">
            <a:extLst>
              <a:ext uri="{FF2B5EF4-FFF2-40B4-BE49-F238E27FC236}">
                <a16:creationId xmlns:a16="http://schemas.microsoft.com/office/drawing/2014/main" id="{A945C0A0-165F-2F40-9A2D-D5B049D5992A}"/>
              </a:ext>
            </a:extLst>
          </p:cNvPr>
          <p:cNvSpPr txBox="1"/>
          <p:nvPr/>
        </p:nvSpPr>
        <p:spPr>
          <a:xfrm>
            <a:off x="8928951" y="5576081"/>
            <a:ext cx="2673982" cy="338554"/>
          </a:xfrm>
          <a:prstGeom prst="rect">
            <a:avLst/>
          </a:prstGeom>
          <a:noFill/>
        </p:spPr>
        <p:txBody>
          <a:bodyPr wrap="square" rtlCol="0">
            <a:spAutoFit/>
          </a:bodyPr>
          <a:lstStyle/>
          <a:p>
            <a:pPr algn="ctr"/>
            <a:r>
              <a:rPr lang="en-US" sz="1600">
                <a:latin typeface="Amazon Ember" panose="02000000000000000000" pitchFamily="2" charset="0"/>
              </a:rPr>
              <a:t>key pair</a:t>
            </a:r>
          </a:p>
        </p:txBody>
      </p:sp>
      <p:pic>
        <p:nvPicPr>
          <p:cNvPr id="46" name="Graphic 44">
            <a:extLst>
              <a:ext uri="{FF2B5EF4-FFF2-40B4-BE49-F238E27FC236}">
                <a16:creationId xmlns:a16="http://schemas.microsoft.com/office/drawing/2014/main" id="{C34148E2-F203-C147-9C74-283310793A6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879327" y="4834220"/>
            <a:ext cx="755501" cy="755501"/>
          </a:xfrm>
          <a:prstGeom prst="rect">
            <a:avLst/>
          </a:prstGeom>
        </p:spPr>
      </p:pic>
      <p:pic>
        <p:nvPicPr>
          <p:cNvPr id="47" name="Graphic 122">
            <a:extLst>
              <a:ext uri="{FF2B5EF4-FFF2-40B4-BE49-F238E27FC236}">
                <a16:creationId xmlns:a16="http://schemas.microsoft.com/office/drawing/2014/main" id="{A9FB882B-618C-AC4D-87F1-07BE98220F8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85153" y="4433974"/>
            <a:ext cx="650425" cy="650425"/>
          </a:xfrm>
          <a:prstGeom prst="rect">
            <a:avLst/>
          </a:prstGeom>
        </p:spPr>
      </p:pic>
      <p:sp>
        <p:nvSpPr>
          <p:cNvPr id="48" name="TextBox 47">
            <a:extLst>
              <a:ext uri="{FF2B5EF4-FFF2-40B4-BE49-F238E27FC236}">
                <a16:creationId xmlns:a16="http://schemas.microsoft.com/office/drawing/2014/main" id="{27157670-A1DB-5F4C-83E6-AB9F6E94DF09}"/>
              </a:ext>
            </a:extLst>
          </p:cNvPr>
          <p:cNvSpPr txBox="1"/>
          <p:nvPr/>
        </p:nvSpPr>
        <p:spPr>
          <a:xfrm>
            <a:off x="978267" y="5060515"/>
            <a:ext cx="1513305" cy="338554"/>
          </a:xfrm>
          <a:prstGeom prst="rect">
            <a:avLst/>
          </a:prstGeom>
          <a:noFill/>
        </p:spPr>
        <p:txBody>
          <a:bodyPr wrap="square" rtlCol="0">
            <a:spAutoFit/>
          </a:bodyPr>
          <a:lstStyle/>
          <a:p>
            <a:pPr algn="ctr"/>
            <a:r>
              <a:rPr lang="en-US" sz="1600">
                <a:latin typeface="Amazon Ember" panose="02000000000000000000" pitchFamily="2" charset="0"/>
              </a:rPr>
              <a:t>AMI</a:t>
            </a:r>
          </a:p>
        </p:txBody>
      </p:sp>
      <p:sp>
        <p:nvSpPr>
          <p:cNvPr id="49" name="Rectangle 48">
            <a:extLst>
              <a:ext uri="{FF2B5EF4-FFF2-40B4-BE49-F238E27FC236}">
                <a16:creationId xmlns:a16="http://schemas.microsoft.com/office/drawing/2014/main" id="{407F3126-E68E-E849-9685-96BEA82D6413}"/>
              </a:ext>
            </a:extLst>
          </p:cNvPr>
          <p:cNvSpPr/>
          <p:nvPr/>
        </p:nvSpPr>
        <p:spPr>
          <a:xfrm>
            <a:off x="2751085" y="2626435"/>
            <a:ext cx="5521073" cy="3619186"/>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endParaRPr kumimoji="0" lang="en-US" sz="1200" b="0" i="0" u="none" strike="noStrike" kern="0" cap="none" spc="0" normalizeH="0" baseline="0" noProof="0">
              <a:ln w="0"/>
              <a:solidFill>
                <a:srgbClr val="1D8900"/>
              </a:solidFill>
              <a:effectLst/>
              <a:uLnTx/>
              <a:uFillTx/>
              <a:latin typeface="Amazon Ember" panose="02000000000000000000" pitchFamily="2" charset="0"/>
              <a:ea typeface="+mn-ea"/>
              <a:cs typeface="+mn-cs"/>
            </a:endParaRPr>
          </a:p>
        </p:txBody>
      </p:sp>
      <p:pic>
        <p:nvPicPr>
          <p:cNvPr id="50" name="Graphic 36">
            <a:extLst>
              <a:ext uri="{FF2B5EF4-FFF2-40B4-BE49-F238E27FC236}">
                <a16:creationId xmlns:a16="http://schemas.microsoft.com/office/drawing/2014/main" id="{D1E139A0-6B92-0642-9159-E1076FD738FE}"/>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51086" y="2626436"/>
            <a:ext cx="330200" cy="330200"/>
          </a:xfrm>
          <a:prstGeom prst="rect">
            <a:avLst/>
          </a:prstGeom>
        </p:spPr>
      </p:pic>
      <p:sp>
        <p:nvSpPr>
          <p:cNvPr id="7" name="Cube 6"/>
          <p:cNvSpPr/>
          <p:nvPr/>
        </p:nvSpPr>
        <p:spPr>
          <a:xfrm>
            <a:off x="9748147" y="1714950"/>
            <a:ext cx="463414" cy="458908"/>
          </a:xfrm>
          <a:prstGeom prst="cub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latin typeface="Amazon Ember" panose="02000000000000000000" pitchFamily="2" charset="0"/>
            </a:endParaRPr>
          </a:p>
        </p:txBody>
      </p:sp>
      <p:sp>
        <p:nvSpPr>
          <p:cNvPr id="58" name="Cube 57"/>
          <p:cNvSpPr/>
          <p:nvPr/>
        </p:nvSpPr>
        <p:spPr>
          <a:xfrm>
            <a:off x="10163635" y="1773530"/>
            <a:ext cx="463414" cy="458908"/>
          </a:xfrm>
          <a:prstGeom prst="cub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latin typeface="Amazon Ember" panose="02000000000000000000" pitchFamily="2" charset="0"/>
            </a:endParaRPr>
          </a:p>
        </p:txBody>
      </p:sp>
      <p:sp>
        <p:nvSpPr>
          <p:cNvPr id="59" name="Cube 58"/>
          <p:cNvSpPr/>
          <p:nvPr/>
        </p:nvSpPr>
        <p:spPr>
          <a:xfrm>
            <a:off x="10052867" y="1453068"/>
            <a:ext cx="423448" cy="458908"/>
          </a:xfrm>
          <a:prstGeom prst="cub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a:latin typeface="Amazon Ember" panose="02000000000000000000" pitchFamily="2" charset="0"/>
            </a:endParaRPr>
          </a:p>
        </p:txBody>
      </p:sp>
      <p:sp>
        <p:nvSpPr>
          <p:cNvPr id="32"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cxnSp>
        <p:nvCxnSpPr>
          <p:cNvPr id="33" name="Elbow Connector 32">
            <a:extLst>
              <a:ext uri="{FF2B5EF4-FFF2-40B4-BE49-F238E27FC236}">
                <a16:creationId xmlns:a16="http://schemas.microsoft.com/office/drawing/2014/main" id="{9E773290-9E05-834A-97B8-6380BAC893E9}"/>
              </a:ext>
            </a:extLst>
          </p:cNvPr>
          <p:cNvCxnSpPr>
            <a:cxnSpLocks/>
          </p:cNvCxnSpPr>
          <p:nvPr/>
        </p:nvCxnSpPr>
        <p:spPr>
          <a:xfrm>
            <a:off x="1948140" y="2455533"/>
            <a:ext cx="1110390" cy="744005"/>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cxnSp>
        <p:nvCxnSpPr>
          <p:cNvPr id="53" name="Elbow Connector 52">
            <a:extLst>
              <a:ext uri="{FF2B5EF4-FFF2-40B4-BE49-F238E27FC236}">
                <a16:creationId xmlns:a16="http://schemas.microsoft.com/office/drawing/2014/main" id="{9E773290-9E05-834A-97B8-6380BAC893E9}"/>
              </a:ext>
            </a:extLst>
          </p:cNvPr>
          <p:cNvCxnSpPr>
            <a:cxnSpLocks/>
          </p:cNvCxnSpPr>
          <p:nvPr/>
        </p:nvCxnSpPr>
        <p:spPr>
          <a:xfrm rot="10800000" flipV="1">
            <a:off x="6086240" y="2048592"/>
            <a:ext cx="3509750" cy="2065847"/>
          </a:xfrm>
          <a:prstGeom prst="bentConnector3">
            <a:avLst>
              <a:gd name="adj1" fmla="val 46479"/>
            </a:avLst>
          </a:prstGeom>
          <a:noFill/>
          <a:ln w="12700" cap="flat" cmpd="sng" algn="ctr">
            <a:solidFill>
              <a:srgbClr val="535B63"/>
            </a:solidFill>
            <a:prstDash val="solid"/>
            <a:miter lim="800000"/>
            <a:headEnd type="none" w="med" len="sm"/>
            <a:tailEnd type="arrow" w="med" len="sm"/>
          </a:ln>
          <a:effectLst/>
        </p:spPr>
      </p:cxnSp>
      <p:cxnSp>
        <p:nvCxnSpPr>
          <p:cNvPr id="54" name="Elbow Connector 53">
            <a:extLst>
              <a:ext uri="{FF2B5EF4-FFF2-40B4-BE49-F238E27FC236}">
                <a16:creationId xmlns:a16="http://schemas.microsoft.com/office/drawing/2014/main" id="{9E773290-9E05-834A-97B8-6380BAC893E9}"/>
              </a:ext>
            </a:extLst>
          </p:cNvPr>
          <p:cNvCxnSpPr>
            <a:cxnSpLocks/>
          </p:cNvCxnSpPr>
          <p:nvPr/>
        </p:nvCxnSpPr>
        <p:spPr>
          <a:xfrm rot="10800000" flipV="1">
            <a:off x="6162319" y="4242724"/>
            <a:ext cx="2912784" cy="469359"/>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cxnSp>
        <p:nvCxnSpPr>
          <p:cNvPr id="57" name="Elbow Connector 56">
            <a:extLst>
              <a:ext uri="{FF2B5EF4-FFF2-40B4-BE49-F238E27FC236}">
                <a16:creationId xmlns:a16="http://schemas.microsoft.com/office/drawing/2014/main" id="{9E773290-9E05-834A-97B8-6380BAC893E9}"/>
              </a:ext>
            </a:extLst>
          </p:cNvPr>
          <p:cNvCxnSpPr>
            <a:cxnSpLocks/>
          </p:cNvCxnSpPr>
          <p:nvPr/>
        </p:nvCxnSpPr>
        <p:spPr>
          <a:xfrm rot="10800000">
            <a:off x="6197863" y="5134670"/>
            <a:ext cx="3502166" cy="366429"/>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cxnSp>
        <p:nvCxnSpPr>
          <p:cNvPr id="60" name="Elbow Connector 59">
            <a:extLst>
              <a:ext uri="{FF2B5EF4-FFF2-40B4-BE49-F238E27FC236}">
                <a16:creationId xmlns:a16="http://schemas.microsoft.com/office/drawing/2014/main" id="{9E773290-9E05-834A-97B8-6380BAC893E9}"/>
              </a:ext>
            </a:extLst>
          </p:cNvPr>
          <p:cNvCxnSpPr>
            <a:cxnSpLocks/>
          </p:cNvCxnSpPr>
          <p:nvPr/>
        </p:nvCxnSpPr>
        <p:spPr>
          <a:xfrm>
            <a:off x="3450666" y="3881556"/>
            <a:ext cx="1023922" cy="332899"/>
          </a:xfrm>
          <a:prstGeom prst="bentConnector3">
            <a:avLst>
              <a:gd name="adj1" fmla="val 50000"/>
            </a:avLst>
          </a:prstGeom>
          <a:noFill/>
          <a:ln w="12700" cap="flat" cmpd="sng" algn="ctr">
            <a:solidFill>
              <a:srgbClr val="535B63"/>
            </a:solidFill>
            <a:prstDash val="solid"/>
            <a:miter lim="800000"/>
            <a:headEnd type="none" w="med" len="sm"/>
            <a:tailEnd type="arrow" w="med" len="sm"/>
          </a:ln>
          <a:effectLst/>
        </p:spPr>
      </p:cxn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03261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Amazon Machine Image (AMI)</a:t>
            </a:r>
          </a:p>
        </p:txBody>
      </p:sp>
      <p:graphicFrame>
        <p:nvGraphicFramePr>
          <p:cNvPr id="12" name="Diagram 11"/>
          <p:cNvGraphicFramePr/>
          <p:nvPr>
            <p:extLst>
              <p:ext uri="{D42A27DB-BD31-4B8C-83A1-F6EECF244321}">
                <p14:modId xmlns:p14="http://schemas.microsoft.com/office/powerpoint/2010/main" val="913890867"/>
              </p:ext>
            </p:extLst>
          </p:nvPr>
        </p:nvGraphicFramePr>
        <p:xfrm>
          <a:off x="419100" y="1521995"/>
          <a:ext cx="11347784" cy="448925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176763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Block storage for EC2 instances </a:t>
            </a:r>
          </a:p>
        </p:txBody>
      </p:sp>
      <p:graphicFrame>
        <p:nvGraphicFramePr>
          <p:cNvPr id="9" name="Diagram 8"/>
          <p:cNvGraphicFramePr/>
          <p:nvPr>
            <p:extLst>
              <p:ext uri="{D42A27DB-BD31-4B8C-83A1-F6EECF244321}">
                <p14:modId xmlns:p14="http://schemas.microsoft.com/office/powerpoint/2010/main" val="1918547189"/>
              </p:ext>
            </p:extLst>
          </p:nvPr>
        </p:nvGraphicFramePr>
        <p:xfrm>
          <a:off x="867574" y="1258845"/>
          <a:ext cx="10832342" cy="52169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pic>
        <p:nvPicPr>
          <p:cNvPr id="8" name="Graphic 24">
            <a:extLst>
              <a:ext uri="{FF2B5EF4-FFF2-40B4-BE49-F238E27FC236}">
                <a16:creationId xmlns:a16="http://schemas.microsoft.com/office/drawing/2014/main" id="{490C4EBC-0EC2-F34B-B735-BF9350C8B1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88301" y="1594338"/>
            <a:ext cx="994503" cy="994503"/>
          </a:xfrm>
          <a:prstGeom prst="rect">
            <a:avLst/>
          </a:prstGeom>
        </p:spPr>
      </p:pic>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445058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Amazon EC2 networking </a:t>
            </a:r>
          </a:p>
        </p:txBody>
      </p:sp>
      <p:grpSp>
        <p:nvGrpSpPr>
          <p:cNvPr id="3" name="Group 2"/>
          <p:cNvGrpSpPr/>
          <p:nvPr/>
        </p:nvGrpSpPr>
        <p:grpSpPr>
          <a:xfrm>
            <a:off x="544011" y="1409782"/>
            <a:ext cx="11079162" cy="4964413"/>
            <a:chOff x="861826" y="1385047"/>
            <a:chExt cx="11079162" cy="4964413"/>
          </a:xfrm>
        </p:grpSpPr>
        <p:sp>
          <p:nvSpPr>
            <p:cNvPr id="56" name="Rectangle 55">
              <a:extLst>
                <a:ext uri="{FF2B5EF4-FFF2-40B4-BE49-F238E27FC236}">
                  <a16:creationId xmlns:a16="http://schemas.microsoft.com/office/drawing/2014/main" id="{9874484F-175F-274C-8B83-DF21C4A75630}"/>
                </a:ext>
              </a:extLst>
            </p:cNvPr>
            <p:cNvSpPr/>
            <p:nvPr/>
          </p:nvSpPr>
          <p:spPr>
            <a:xfrm>
              <a:off x="1705184" y="1842247"/>
              <a:ext cx="5606713" cy="4324004"/>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endParaRPr kumimoji="0" lang="en-US" sz="1400" b="0" i="0" u="none" strike="noStrike" kern="0" cap="none" spc="0" normalizeH="0" baseline="0" noProof="0">
                <a:ln w="0"/>
                <a:solidFill>
                  <a:srgbClr val="1D8900"/>
                </a:solidFill>
                <a:effectLst/>
                <a:uLnTx/>
                <a:uFillTx/>
                <a:latin typeface="Amazon Ember" panose="02000000000000000000" pitchFamily="2" charset="0"/>
                <a:ea typeface="+mn-ea"/>
                <a:cs typeface="+mn-cs"/>
              </a:endParaRPr>
            </a:p>
          </p:txBody>
        </p:sp>
        <p:sp>
          <p:nvSpPr>
            <p:cNvPr id="23" name="TextBox 37"/>
            <p:cNvSpPr txBox="1">
              <a:spLocks noChangeArrowheads="1"/>
            </p:cNvSpPr>
            <p:nvPr/>
          </p:nvSpPr>
          <p:spPr bwMode="auto">
            <a:xfrm>
              <a:off x="4359039" y="3909344"/>
              <a:ext cx="1700730" cy="150759"/>
            </a:xfrm>
            <a:prstGeom prst="rect">
              <a:avLst/>
            </a:prstGeom>
            <a:solidFill>
              <a:schemeClr val="bg1"/>
            </a:solidFill>
            <a:ln w="9525">
              <a:noFill/>
              <a:miter lim="800000"/>
              <a:headEnd/>
              <a:tailEnd/>
            </a:ln>
          </p:spPr>
          <p:txBody>
            <a:bodyPr wrap="square" lIns="0" tIns="0" rIns="0" bIns="0" anchor="ctr">
              <a:noAutofit/>
            </a:bodyPr>
            <a:lstStyle/>
            <a:p>
              <a:pPr algn="ctr"/>
              <a:r>
                <a:rPr lang="en-US" sz="1600">
                  <a:latin typeface="Amazon Ember" panose="02000000000000000000" pitchFamily="2" charset="0"/>
                  <a:ea typeface="Amazon Ember" panose="02000000000000000000" pitchFamily="2" charset="0"/>
                  <a:cs typeface="Helvetica Neue"/>
                </a:rPr>
                <a:t>Public Subnet</a:t>
              </a:r>
            </a:p>
          </p:txBody>
        </p:sp>
        <p:sp>
          <p:nvSpPr>
            <p:cNvPr id="52" name="TextBox 34"/>
            <p:cNvSpPr txBox="1">
              <a:spLocks noChangeArrowheads="1"/>
            </p:cNvSpPr>
            <p:nvPr/>
          </p:nvSpPr>
          <p:spPr bwMode="auto">
            <a:xfrm>
              <a:off x="4419909" y="3510429"/>
              <a:ext cx="1314217" cy="214004"/>
            </a:xfrm>
            <a:prstGeom prst="rect">
              <a:avLst/>
            </a:prstGeom>
            <a:solidFill>
              <a:schemeClr val="bg1"/>
            </a:solidFill>
            <a:ln w="9525">
              <a:noFill/>
              <a:miter lim="800000"/>
              <a:headEnd/>
              <a:tailEnd/>
            </a:ln>
          </p:spPr>
          <p:txBody>
            <a:bodyPr wrap="square" lIns="0" tIns="0" rIns="0" bIns="0" anchor="ctr">
              <a:noAutofit/>
            </a:bodyPr>
            <a:lstStyle>
              <a:defPPr>
                <a:defRPr lang="en-US"/>
              </a:defPPr>
              <a:lvl1pPr algn="ctr">
                <a:defRPr sz="900">
                  <a:latin typeface="Amazon Ember" panose="02000000000000000000" pitchFamily="2" charset="0"/>
                  <a:ea typeface="Amazon Ember" panose="02000000000000000000" pitchFamily="2" charset="0"/>
                  <a:cs typeface="Helvetica Neue"/>
                </a:defRPr>
              </a:lvl1pPr>
            </a:lstStyle>
            <a:p>
              <a:r>
                <a:rPr lang="en-US" sz="1400"/>
                <a:t>EC2 instances</a:t>
              </a:r>
            </a:p>
          </p:txBody>
        </p:sp>
        <p:sp>
          <p:nvSpPr>
            <p:cNvPr id="77" name="TextBox 37"/>
            <p:cNvSpPr txBox="1">
              <a:spLocks noChangeArrowheads="1"/>
            </p:cNvSpPr>
            <p:nvPr/>
          </p:nvSpPr>
          <p:spPr bwMode="auto">
            <a:xfrm>
              <a:off x="4322418" y="5692592"/>
              <a:ext cx="1761174" cy="213045"/>
            </a:xfrm>
            <a:prstGeom prst="rect">
              <a:avLst/>
            </a:prstGeom>
            <a:solidFill>
              <a:schemeClr val="bg1"/>
            </a:solidFill>
            <a:ln w="9525">
              <a:noFill/>
              <a:miter lim="800000"/>
              <a:headEnd/>
              <a:tailEnd/>
            </a:ln>
          </p:spPr>
          <p:txBody>
            <a:bodyPr wrap="square" lIns="0" tIns="0" rIns="0" bIns="0" anchor="ctr">
              <a:noAutofit/>
            </a:bodyPr>
            <a:lstStyle/>
            <a:p>
              <a:pPr algn="ctr"/>
              <a:r>
                <a:rPr lang="en-US" sz="1600">
                  <a:latin typeface="Amazon Ember" panose="02000000000000000000" pitchFamily="2" charset="0"/>
                  <a:ea typeface="Amazon Ember" panose="02000000000000000000" pitchFamily="2" charset="0"/>
                  <a:cs typeface="Helvetica Neue"/>
                </a:rPr>
                <a:t>Private subnet</a:t>
              </a:r>
            </a:p>
          </p:txBody>
        </p:sp>
        <p:sp>
          <p:nvSpPr>
            <p:cNvPr id="85" name="TextBox 34"/>
            <p:cNvSpPr txBox="1">
              <a:spLocks noChangeArrowheads="1"/>
            </p:cNvSpPr>
            <p:nvPr/>
          </p:nvSpPr>
          <p:spPr bwMode="auto">
            <a:xfrm>
              <a:off x="3924492" y="5450610"/>
              <a:ext cx="1083917" cy="214086"/>
            </a:xfrm>
            <a:prstGeom prst="rect">
              <a:avLst/>
            </a:prstGeom>
            <a:solidFill>
              <a:schemeClr val="bg1"/>
            </a:solidFill>
            <a:ln w="9525">
              <a:noFill/>
              <a:miter lim="800000"/>
              <a:headEnd/>
              <a:tailEnd/>
            </a:ln>
          </p:spPr>
          <p:txBody>
            <a:bodyPr wrap="square" lIns="0" tIns="0" rIns="0" bIns="0" anchor="ctr">
              <a:noAutofit/>
            </a:bodyPr>
            <a:lstStyle>
              <a:defPPr>
                <a:defRPr lang="en-US"/>
              </a:defPPr>
              <a:lvl1pPr algn="ctr">
                <a:defRPr sz="900">
                  <a:latin typeface="Amazon Ember" panose="02000000000000000000" pitchFamily="2" charset="0"/>
                  <a:ea typeface="Amazon Ember" panose="02000000000000000000" pitchFamily="2" charset="0"/>
                  <a:cs typeface="Helvetica Neue"/>
                </a:defRPr>
              </a:lvl1pPr>
            </a:lstStyle>
            <a:p>
              <a:r>
                <a:rPr lang="en-US" sz="1400"/>
                <a:t>EC2 instance</a:t>
              </a:r>
            </a:p>
          </p:txBody>
        </p:sp>
        <p:cxnSp>
          <p:nvCxnSpPr>
            <p:cNvPr id="124" name="Straight Connector 123"/>
            <p:cNvCxnSpPr/>
            <p:nvPr/>
          </p:nvCxnSpPr>
          <p:spPr>
            <a:xfrm flipH="1">
              <a:off x="7414260" y="2819780"/>
              <a:ext cx="1983978" cy="0"/>
            </a:xfrm>
            <a:prstGeom prst="line">
              <a:avLst/>
            </a:prstGeom>
            <a:ln w="9525">
              <a:solidFill>
                <a:srgbClr val="414042"/>
              </a:solidFill>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p:cNvCxnSpPr/>
            <p:nvPr/>
          </p:nvCxnSpPr>
          <p:spPr>
            <a:xfrm flipH="1">
              <a:off x="7414260" y="5171094"/>
              <a:ext cx="1983977" cy="0"/>
            </a:xfrm>
            <a:prstGeom prst="line">
              <a:avLst/>
            </a:prstGeom>
            <a:ln w="9525">
              <a:solidFill>
                <a:srgbClr val="414042"/>
              </a:solidFill>
            </a:ln>
            <a:effectLst/>
          </p:spPr>
          <p:style>
            <a:lnRef idx="2">
              <a:schemeClr val="accent1"/>
            </a:lnRef>
            <a:fillRef idx="0">
              <a:schemeClr val="accent1"/>
            </a:fillRef>
            <a:effectRef idx="1">
              <a:schemeClr val="accent1"/>
            </a:effectRef>
            <a:fontRef idx="minor">
              <a:schemeClr val="tx1"/>
            </a:fontRef>
          </p:style>
        </p:cxnSp>
        <p:sp>
          <p:nvSpPr>
            <p:cNvPr id="54" name="Rectangle 53">
              <a:extLst>
                <a:ext uri="{FF2B5EF4-FFF2-40B4-BE49-F238E27FC236}">
                  <a16:creationId xmlns:a16="http://schemas.microsoft.com/office/drawing/2014/main" id="{BE19D227-77AD-D541-9CF5-1F3695F4DCE1}"/>
                </a:ext>
              </a:extLst>
            </p:cNvPr>
            <p:cNvSpPr/>
            <p:nvPr/>
          </p:nvSpPr>
          <p:spPr>
            <a:xfrm>
              <a:off x="861826" y="1385047"/>
              <a:ext cx="7209450" cy="4964413"/>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ysClr val="windowText" lastClr="000000"/>
                  </a:solidFill>
                  <a:effectLst/>
                  <a:uLnTx/>
                  <a:uFillTx/>
                  <a:latin typeface="Amazon Ember" panose="02000000000000000000" pitchFamily="2" charset="0"/>
                  <a:ea typeface="+mn-ea"/>
                  <a:cs typeface="+mn-cs"/>
                </a:rPr>
                <a:t>AWS Cloud</a:t>
              </a:r>
            </a:p>
          </p:txBody>
        </p:sp>
        <p:pic>
          <p:nvPicPr>
            <p:cNvPr id="55" name="Graphic 10">
              <a:extLst>
                <a:ext uri="{FF2B5EF4-FFF2-40B4-BE49-F238E27FC236}">
                  <a16:creationId xmlns:a16="http://schemas.microsoft.com/office/drawing/2014/main" id="{CFBA858E-1F39-BC4A-8A1C-B3B0FE9B32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826" y="1394184"/>
              <a:ext cx="330200" cy="330200"/>
            </a:xfrm>
            <a:prstGeom prst="rect">
              <a:avLst/>
            </a:prstGeom>
          </p:spPr>
        </p:pic>
        <p:pic>
          <p:nvPicPr>
            <p:cNvPr id="57" name="Graphic 11">
              <a:extLst>
                <a:ext uri="{FF2B5EF4-FFF2-40B4-BE49-F238E27FC236}">
                  <a16:creationId xmlns:a16="http://schemas.microsoft.com/office/drawing/2014/main" id="{B0E20047-53B1-FF44-9CFB-D82DE4A888B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05185" y="1856523"/>
              <a:ext cx="330200" cy="330200"/>
            </a:xfrm>
            <a:prstGeom prst="rect">
              <a:avLst/>
            </a:prstGeom>
          </p:spPr>
        </p:pic>
        <p:sp>
          <p:nvSpPr>
            <p:cNvPr id="58" name="Rectangle 57">
              <a:extLst>
                <a:ext uri="{FF2B5EF4-FFF2-40B4-BE49-F238E27FC236}">
                  <a16:creationId xmlns:a16="http://schemas.microsoft.com/office/drawing/2014/main" id="{E959DDED-EEA3-8B4A-B8C7-9F30DBD0BA10}"/>
                </a:ext>
              </a:extLst>
            </p:cNvPr>
            <p:cNvSpPr/>
            <p:nvPr/>
          </p:nvSpPr>
          <p:spPr>
            <a:xfrm>
              <a:off x="3059478" y="2035199"/>
              <a:ext cx="3844043" cy="3980324"/>
            </a:xfrm>
            <a:prstGeom prst="rect">
              <a:avLst/>
            </a:prstGeom>
            <a:noFill/>
            <a:ln w="12700">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27432" rIns="91440" bIns="45720" numCol="1" spcCol="0" rtlCol="0" fromWordArt="0" anchor="t" anchorCtr="0" forceAA="0" compatLnSpc="1">
              <a:prstTxWarp prst="textNoShape">
                <a:avLst/>
              </a:prstTxWarp>
              <a:noAutofit/>
            </a:bodyPr>
            <a:lstStyle/>
            <a:p>
              <a:pPr algn="ctr"/>
              <a:r>
                <a:rPr lang="en-US" sz="1600">
                  <a:solidFill>
                    <a:schemeClr val="accent3"/>
                  </a:solidFill>
                  <a:latin typeface="Amazon Ember" panose="02000000000000000000" pitchFamily="2" charset="0"/>
                </a:rPr>
                <a:t>Availability Zone 2</a:t>
              </a:r>
            </a:p>
          </p:txBody>
        </p:sp>
        <p:pic>
          <p:nvPicPr>
            <p:cNvPr id="59" name="Graphic 20">
              <a:extLst>
                <a:ext uri="{FF2B5EF4-FFF2-40B4-BE49-F238E27FC236}">
                  <a16:creationId xmlns:a16="http://schemas.microsoft.com/office/drawing/2014/main" id="{7A14C722-6428-F644-AAFC-49DE6CD659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03649" y="2846594"/>
              <a:ext cx="559934" cy="654682"/>
            </a:xfrm>
            <a:prstGeom prst="rect">
              <a:avLst/>
            </a:prstGeom>
          </p:spPr>
        </p:pic>
        <p:pic>
          <p:nvPicPr>
            <p:cNvPr id="60" name="Graphic 20">
              <a:extLst>
                <a:ext uri="{FF2B5EF4-FFF2-40B4-BE49-F238E27FC236}">
                  <a16:creationId xmlns:a16="http://schemas.microsoft.com/office/drawing/2014/main" id="{7A14C722-6428-F644-AAFC-49DE6CD659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5983" y="2862869"/>
              <a:ext cx="559934" cy="654682"/>
            </a:xfrm>
            <a:prstGeom prst="rect">
              <a:avLst/>
            </a:prstGeom>
          </p:spPr>
        </p:pic>
        <p:pic>
          <p:nvPicPr>
            <p:cNvPr id="61" name="Graphic 20">
              <a:extLst>
                <a:ext uri="{FF2B5EF4-FFF2-40B4-BE49-F238E27FC236}">
                  <a16:creationId xmlns:a16="http://schemas.microsoft.com/office/drawing/2014/main" id="{7A14C722-6428-F644-AAFC-49DE6CD659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09929" y="4815197"/>
              <a:ext cx="559934" cy="654682"/>
            </a:xfrm>
            <a:prstGeom prst="rect">
              <a:avLst/>
            </a:prstGeom>
          </p:spPr>
        </p:pic>
        <p:pic>
          <p:nvPicPr>
            <p:cNvPr id="63" name="Graphic 58">
              <a:extLst>
                <a:ext uri="{FF2B5EF4-FFF2-40B4-BE49-F238E27FC236}">
                  <a16:creationId xmlns:a16="http://schemas.microsoft.com/office/drawing/2014/main" id="{6D5D941B-48FC-C04A-B714-B4EB60960E9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715606" y="4410524"/>
              <a:ext cx="286184" cy="286184"/>
            </a:xfrm>
            <a:prstGeom prst="rect">
              <a:avLst/>
            </a:prstGeom>
          </p:spPr>
        </p:pic>
        <p:sp>
          <p:nvSpPr>
            <p:cNvPr id="64" name="Rectangle 63">
              <a:extLst>
                <a:ext uri="{FF2B5EF4-FFF2-40B4-BE49-F238E27FC236}">
                  <a16:creationId xmlns:a16="http://schemas.microsoft.com/office/drawing/2014/main" id="{9E4B180B-66C8-134C-9780-D82E60B76CCD}"/>
                </a:ext>
              </a:extLst>
            </p:cNvPr>
            <p:cNvSpPr/>
            <p:nvPr/>
          </p:nvSpPr>
          <p:spPr>
            <a:xfrm>
              <a:off x="3696751" y="4410524"/>
              <a:ext cx="1360000" cy="1254172"/>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pic>
          <p:nvPicPr>
            <p:cNvPr id="65" name="Graphic 20">
              <a:extLst>
                <a:ext uri="{FF2B5EF4-FFF2-40B4-BE49-F238E27FC236}">
                  <a16:creationId xmlns:a16="http://schemas.microsoft.com/office/drawing/2014/main" id="{7A14C722-6428-F644-AAFC-49DE6CD659D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90507" y="4815197"/>
              <a:ext cx="559934" cy="654682"/>
            </a:xfrm>
            <a:prstGeom prst="rect">
              <a:avLst/>
            </a:prstGeom>
          </p:spPr>
        </p:pic>
        <p:pic>
          <p:nvPicPr>
            <p:cNvPr id="66" name="Graphic 58">
              <a:extLst>
                <a:ext uri="{FF2B5EF4-FFF2-40B4-BE49-F238E27FC236}">
                  <a16:creationId xmlns:a16="http://schemas.microsoft.com/office/drawing/2014/main" id="{6D5D941B-48FC-C04A-B714-B4EB60960E9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16177" y="4410524"/>
              <a:ext cx="286184" cy="286184"/>
            </a:xfrm>
            <a:prstGeom prst="rect">
              <a:avLst/>
            </a:prstGeom>
          </p:spPr>
        </p:pic>
        <p:sp>
          <p:nvSpPr>
            <p:cNvPr id="67" name="Rectangle 66">
              <a:extLst>
                <a:ext uri="{FF2B5EF4-FFF2-40B4-BE49-F238E27FC236}">
                  <a16:creationId xmlns:a16="http://schemas.microsoft.com/office/drawing/2014/main" id="{9E4B180B-66C8-134C-9780-D82E60B76CCD}"/>
                </a:ext>
              </a:extLst>
            </p:cNvPr>
            <p:cNvSpPr/>
            <p:nvPr/>
          </p:nvSpPr>
          <p:spPr>
            <a:xfrm>
              <a:off x="5189745" y="4410524"/>
              <a:ext cx="1351320" cy="1254172"/>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45720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sp>
          <p:nvSpPr>
            <p:cNvPr id="68" name="Rectangle 67">
              <a:extLst>
                <a:ext uri="{FF2B5EF4-FFF2-40B4-BE49-F238E27FC236}">
                  <a16:creationId xmlns:a16="http://schemas.microsoft.com/office/drawing/2014/main" id="{A85485B4-AA18-C048-B92A-A9A0F4372B98}"/>
                </a:ext>
              </a:extLst>
            </p:cNvPr>
            <p:cNvSpPr/>
            <p:nvPr/>
          </p:nvSpPr>
          <p:spPr>
            <a:xfrm>
              <a:off x="3298379" y="2323818"/>
              <a:ext cx="3384362" cy="1760859"/>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Subnet</a:t>
              </a:r>
              <a:endParaRPr kumimoji="0" lang="en-US" sz="1200" b="0" i="0" u="none" strike="noStrike" kern="0" cap="none" spc="0" normalizeH="0" baseline="0" noProof="0">
                <a:ln>
                  <a:noFill/>
                </a:ln>
                <a:solidFill>
                  <a:srgbClr val="1D8900"/>
                </a:solidFill>
                <a:effectLst/>
                <a:uLnTx/>
                <a:uFillTx/>
                <a:latin typeface="Amazon Ember" panose="02000000000000000000" pitchFamily="2" charset="0"/>
                <a:ea typeface="+mn-ea"/>
                <a:cs typeface="+mn-cs"/>
              </a:endParaRPr>
            </a:p>
          </p:txBody>
        </p:sp>
        <p:pic>
          <p:nvPicPr>
            <p:cNvPr id="69" name="Graphic 68">
              <a:extLst>
                <a:ext uri="{FF2B5EF4-FFF2-40B4-BE49-F238E27FC236}">
                  <a16:creationId xmlns:a16="http://schemas.microsoft.com/office/drawing/2014/main" id="{D6CC8BD8-93D4-FF4C-8031-4796800C9A7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98379" y="2323819"/>
              <a:ext cx="330200" cy="330200"/>
            </a:xfrm>
            <a:prstGeom prst="rect">
              <a:avLst/>
            </a:prstGeom>
          </p:spPr>
        </p:pic>
        <p:sp>
          <p:nvSpPr>
            <p:cNvPr id="70" name="Rectangle 69">
              <a:extLst>
                <a:ext uri="{FF2B5EF4-FFF2-40B4-BE49-F238E27FC236}">
                  <a16:creationId xmlns:a16="http://schemas.microsoft.com/office/drawing/2014/main" id="{A85485B4-AA18-C048-B92A-A9A0F4372B98}"/>
                </a:ext>
              </a:extLst>
            </p:cNvPr>
            <p:cNvSpPr/>
            <p:nvPr/>
          </p:nvSpPr>
          <p:spPr>
            <a:xfrm>
              <a:off x="3298379" y="4152707"/>
              <a:ext cx="3384362" cy="1760859"/>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Subnet</a:t>
              </a:r>
              <a:endParaRPr kumimoji="0" lang="en-US" sz="1200" b="0" i="0" u="none" strike="noStrike" kern="0" cap="none" spc="0" normalizeH="0" baseline="0" noProof="0">
                <a:ln>
                  <a:noFill/>
                </a:ln>
                <a:solidFill>
                  <a:srgbClr val="1D8900"/>
                </a:solidFill>
                <a:effectLst/>
                <a:uLnTx/>
                <a:uFillTx/>
                <a:latin typeface="Amazon Ember" panose="02000000000000000000" pitchFamily="2" charset="0"/>
                <a:ea typeface="+mn-ea"/>
                <a:cs typeface="+mn-cs"/>
              </a:endParaRPr>
            </a:p>
          </p:txBody>
        </p:sp>
        <p:pic>
          <p:nvPicPr>
            <p:cNvPr id="71" name="Graphic 68">
              <a:extLst>
                <a:ext uri="{FF2B5EF4-FFF2-40B4-BE49-F238E27FC236}">
                  <a16:creationId xmlns:a16="http://schemas.microsoft.com/office/drawing/2014/main" id="{D6CC8BD8-93D4-FF4C-8031-4796800C9A7B}"/>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298379" y="4152708"/>
              <a:ext cx="330200" cy="330200"/>
            </a:xfrm>
            <a:prstGeom prst="rect">
              <a:avLst/>
            </a:prstGeom>
          </p:spPr>
        </p:pic>
        <p:sp>
          <p:nvSpPr>
            <p:cNvPr id="72" name="TextBox 34"/>
            <p:cNvSpPr txBox="1">
              <a:spLocks noChangeArrowheads="1"/>
            </p:cNvSpPr>
            <p:nvPr/>
          </p:nvSpPr>
          <p:spPr bwMode="auto">
            <a:xfrm>
              <a:off x="5332906" y="5436230"/>
              <a:ext cx="1083917" cy="214086"/>
            </a:xfrm>
            <a:prstGeom prst="rect">
              <a:avLst/>
            </a:prstGeom>
            <a:solidFill>
              <a:schemeClr val="bg1"/>
            </a:solidFill>
            <a:ln w="9525">
              <a:noFill/>
              <a:miter lim="800000"/>
              <a:headEnd/>
              <a:tailEnd/>
            </a:ln>
          </p:spPr>
          <p:txBody>
            <a:bodyPr wrap="square" lIns="0" tIns="0" rIns="0" bIns="0" anchor="ctr">
              <a:noAutofit/>
            </a:bodyPr>
            <a:lstStyle>
              <a:defPPr>
                <a:defRPr lang="en-US"/>
              </a:defPPr>
              <a:lvl1pPr algn="ctr">
                <a:defRPr sz="900">
                  <a:latin typeface="Amazon Ember" panose="02000000000000000000" pitchFamily="2" charset="0"/>
                  <a:ea typeface="Amazon Ember" panose="02000000000000000000" pitchFamily="2" charset="0"/>
                  <a:cs typeface="Helvetica Neue"/>
                </a:defRPr>
              </a:lvl1pPr>
            </a:lstStyle>
            <a:p>
              <a:r>
                <a:rPr lang="en-US" sz="1400"/>
                <a:t>EC2 instance</a:t>
              </a:r>
            </a:p>
          </p:txBody>
        </p:sp>
        <p:pic>
          <p:nvPicPr>
            <p:cNvPr id="73" name="Graphic 49">
              <a:extLst>
                <a:ext uri="{FF2B5EF4-FFF2-40B4-BE49-F238E27FC236}">
                  <a16:creationId xmlns:a16="http://schemas.microsoft.com/office/drawing/2014/main" id="{43C89C6C-4275-2244-93E6-30D96D2FDE2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554038" y="2572861"/>
              <a:ext cx="469900" cy="469900"/>
            </a:xfrm>
            <a:prstGeom prst="rect">
              <a:avLst/>
            </a:prstGeom>
          </p:spPr>
        </p:pic>
        <p:sp>
          <p:nvSpPr>
            <p:cNvPr id="74" name="TextBox 73">
              <a:extLst>
                <a:ext uri="{FF2B5EF4-FFF2-40B4-BE49-F238E27FC236}">
                  <a16:creationId xmlns:a16="http://schemas.microsoft.com/office/drawing/2014/main" id="{19A327EE-B1A5-7643-A4D5-DCC8A43B5181}"/>
                </a:ext>
              </a:extLst>
            </p:cNvPr>
            <p:cNvSpPr txBox="1"/>
            <p:nvPr/>
          </p:nvSpPr>
          <p:spPr>
            <a:xfrm>
              <a:off x="9252613" y="3101337"/>
              <a:ext cx="1072750" cy="338554"/>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Client</a:t>
              </a:r>
            </a:p>
          </p:txBody>
        </p:sp>
        <p:pic>
          <p:nvPicPr>
            <p:cNvPr id="75" name="Graphic 49">
              <a:extLst>
                <a:ext uri="{FF2B5EF4-FFF2-40B4-BE49-F238E27FC236}">
                  <a16:creationId xmlns:a16="http://schemas.microsoft.com/office/drawing/2014/main" id="{43C89C6C-4275-2244-93E6-30D96D2FDE23}"/>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23528" y="4853941"/>
              <a:ext cx="469900" cy="469900"/>
            </a:xfrm>
            <a:prstGeom prst="rect">
              <a:avLst/>
            </a:prstGeom>
          </p:spPr>
        </p:pic>
        <p:sp>
          <p:nvSpPr>
            <p:cNvPr id="84" name="TextBox 83">
              <a:extLst>
                <a:ext uri="{FF2B5EF4-FFF2-40B4-BE49-F238E27FC236}">
                  <a16:creationId xmlns:a16="http://schemas.microsoft.com/office/drawing/2014/main" id="{19A327EE-B1A5-7643-A4D5-DCC8A43B5181}"/>
                </a:ext>
              </a:extLst>
            </p:cNvPr>
            <p:cNvSpPr txBox="1"/>
            <p:nvPr/>
          </p:nvSpPr>
          <p:spPr>
            <a:xfrm>
              <a:off x="10112371" y="5382417"/>
              <a:ext cx="1397245" cy="584775"/>
            </a:xfrm>
            <a:prstGeom prst="rect">
              <a:avLst/>
            </a:prstGeom>
            <a:noFill/>
          </p:spPr>
          <p:txBody>
            <a:bodyPr wrap="square" rtlCol="0">
              <a:spAutoFit/>
            </a:bodyPr>
            <a:lstStyle/>
            <a:p>
              <a:pPr algn="ctr"/>
              <a:r>
                <a:rPr lang="en-US" sz="1600">
                  <a:solidFill>
                    <a:srgbClr val="232F3E"/>
                  </a:solidFill>
                  <a:latin typeface="Amazon Ember" panose="02000000000000000000" pitchFamily="2" charset="0"/>
                </a:rPr>
                <a:t>Corporate client</a:t>
              </a:r>
            </a:p>
          </p:txBody>
        </p:sp>
        <p:sp>
          <p:nvSpPr>
            <p:cNvPr id="88" name="TextBox 87">
              <a:extLst>
                <a:ext uri="{FF2B5EF4-FFF2-40B4-BE49-F238E27FC236}">
                  <a16:creationId xmlns:a16="http://schemas.microsoft.com/office/drawing/2014/main" id="{6858057D-6A5F-6F4D-9085-61892FD1C93F}"/>
                </a:ext>
              </a:extLst>
            </p:cNvPr>
            <p:cNvSpPr txBox="1"/>
            <p:nvPr/>
          </p:nvSpPr>
          <p:spPr>
            <a:xfrm>
              <a:off x="6852874" y="3005668"/>
              <a:ext cx="1011203" cy="584775"/>
            </a:xfrm>
            <a:prstGeom prst="rect">
              <a:avLst/>
            </a:prstGeom>
            <a:noFill/>
          </p:spPr>
          <p:txBody>
            <a:bodyPr wrap="square" rtlCol="0">
              <a:spAutoFit/>
            </a:bodyPr>
            <a:lstStyle/>
            <a:p>
              <a:pPr algn="ctr"/>
              <a:r>
                <a:rPr lang="en-US" sz="1600">
                  <a:solidFill>
                    <a:srgbClr val="232F3D"/>
                  </a:solidFill>
                  <a:latin typeface="Amazon Ember" panose="02000000000000000000" pitchFamily="2" charset="0"/>
                </a:rPr>
                <a:t>Internet gateway</a:t>
              </a:r>
            </a:p>
          </p:txBody>
        </p:sp>
        <p:pic>
          <p:nvPicPr>
            <p:cNvPr id="89" name="Graphic 36">
              <a:extLst>
                <a:ext uri="{FF2B5EF4-FFF2-40B4-BE49-F238E27FC236}">
                  <a16:creationId xmlns:a16="http://schemas.microsoft.com/office/drawing/2014/main" id="{C0B1BB45-DA56-DF48-9E1C-8C70E223D57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69985" y="2595516"/>
              <a:ext cx="469900" cy="469900"/>
            </a:xfrm>
            <a:prstGeom prst="rect">
              <a:avLst/>
            </a:prstGeom>
          </p:spPr>
        </p:pic>
        <p:sp>
          <p:nvSpPr>
            <p:cNvPr id="90" name="TextBox 89">
              <a:extLst>
                <a:ext uri="{FF2B5EF4-FFF2-40B4-BE49-F238E27FC236}">
                  <a16:creationId xmlns:a16="http://schemas.microsoft.com/office/drawing/2014/main" id="{E322686D-8018-1347-ACB9-6246816E419C}"/>
                </a:ext>
              </a:extLst>
            </p:cNvPr>
            <p:cNvSpPr txBox="1"/>
            <p:nvPr/>
          </p:nvSpPr>
          <p:spPr>
            <a:xfrm>
              <a:off x="6773974" y="5353378"/>
              <a:ext cx="1021146" cy="584775"/>
            </a:xfrm>
            <a:prstGeom prst="rect">
              <a:avLst/>
            </a:prstGeom>
            <a:noFill/>
          </p:spPr>
          <p:txBody>
            <a:bodyPr wrap="square" rtlCol="0">
              <a:spAutoFit/>
            </a:bodyPr>
            <a:lstStyle/>
            <a:p>
              <a:pPr algn="ctr"/>
              <a:r>
                <a:rPr lang="en-US" sz="1600">
                  <a:solidFill>
                    <a:srgbClr val="232F3D"/>
                  </a:solidFill>
                  <a:latin typeface="Amazon Ember" panose="02000000000000000000" pitchFamily="2" charset="0"/>
                </a:rPr>
                <a:t>VPN gateway</a:t>
              </a:r>
            </a:p>
          </p:txBody>
        </p:sp>
        <p:pic>
          <p:nvPicPr>
            <p:cNvPr id="91" name="Graphic 50">
              <a:extLst>
                <a:ext uri="{FF2B5EF4-FFF2-40B4-BE49-F238E27FC236}">
                  <a16:creationId xmlns:a16="http://schemas.microsoft.com/office/drawing/2014/main" id="{C3390509-65B0-FC42-A250-0E381436CF1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7005884" y="4901404"/>
              <a:ext cx="469900" cy="495564"/>
            </a:xfrm>
            <a:prstGeom prst="rect">
              <a:avLst/>
            </a:prstGeom>
          </p:spPr>
        </p:pic>
        <p:sp>
          <p:nvSpPr>
            <p:cNvPr id="92" name="TextBox 91">
              <a:extLst>
                <a:ext uri="{FF2B5EF4-FFF2-40B4-BE49-F238E27FC236}">
                  <a16:creationId xmlns:a16="http://schemas.microsoft.com/office/drawing/2014/main" id="{E89081F8-E2A8-C444-AB74-0844871B9387}"/>
                </a:ext>
              </a:extLst>
            </p:cNvPr>
            <p:cNvSpPr txBox="1"/>
            <p:nvPr/>
          </p:nvSpPr>
          <p:spPr>
            <a:xfrm>
              <a:off x="8261218" y="5351094"/>
              <a:ext cx="1097780" cy="584775"/>
            </a:xfrm>
            <a:prstGeom prst="rect">
              <a:avLst/>
            </a:prstGeom>
            <a:noFill/>
          </p:spPr>
          <p:txBody>
            <a:bodyPr wrap="square" rtlCol="0">
              <a:spAutoFit/>
            </a:bodyPr>
            <a:lstStyle/>
            <a:p>
              <a:pPr algn="ctr"/>
              <a:r>
                <a:rPr lang="en-US" sz="1600">
                  <a:solidFill>
                    <a:srgbClr val="232F3D"/>
                  </a:solidFill>
                  <a:latin typeface="Amazon Ember" panose="02000000000000000000" pitchFamily="2" charset="0"/>
                </a:rPr>
                <a:t>Customer gateway</a:t>
              </a:r>
            </a:p>
          </p:txBody>
        </p:sp>
        <p:pic>
          <p:nvPicPr>
            <p:cNvPr id="93" name="Graphic 46">
              <a:extLst>
                <a:ext uri="{FF2B5EF4-FFF2-40B4-BE49-F238E27FC236}">
                  <a16:creationId xmlns:a16="http://schemas.microsoft.com/office/drawing/2014/main" id="{629B78E0-7F26-A844-9B28-581E7F524C8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656189" y="4966330"/>
              <a:ext cx="469900" cy="469900"/>
            </a:xfrm>
            <a:prstGeom prst="rect">
              <a:avLst/>
            </a:prstGeom>
          </p:spPr>
        </p:pic>
        <p:sp>
          <p:nvSpPr>
            <p:cNvPr id="49" name="Rectangle 48">
              <a:extLst>
                <a:ext uri="{FF2B5EF4-FFF2-40B4-BE49-F238E27FC236}">
                  <a16:creationId xmlns:a16="http://schemas.microsoft.com/office/drawing/2014/main" id="{D22D8ED1-FB5A-2B46-B9E9-FF763E575F13}"/>
                </a:ext>
              </a:extLst>
            </p:cNvPr>
            <p:cNvSpPr/>
            <p:nvPr/>
          </p:nvSpPr>
          <p:spPr>
            <a:xfrm>
              <a:off x="9375969" y="4394829"/>
              <a:ext cx="2565019" cy="1771421"/>
            </a:xfrm>
            <a:prstGeom prst="rect">
              <a:avLst/>
            </a:prstGeom>
            <a:noFill/>
            <a:ln w="12700" cap="flat" cmpd="sng" algn="ctr">
              <a:solidFill>
                <a:srgbClr val="5A6B86"/>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5A6B86"/>
                  </a:solidFill>
                  <a:effectLst/>
                  <a:uLnTx/>
                  <a:uFillTx/>
                  <a:latin typeface="Amazon Ember" panose="02000000000000000000" pitchFamily="2" charset="0"/>
                  <a:ea typeface="+mn-ea"/>
                  <a:cs typeface="+mn-cs"/>
                </a:rPr>
                <a:t>Corporate data center</a:t>
              </a:r>
            </a:p>
          </p:txBody>
        </p:sp>
        <p:pic>
          <p:nvPicPr>
            <p:cNvPr id="50" name="Graphic 19">
              <a:extLst>
                <a:ext uri="{FF2B5EF4-FFF2-40B4-BE49-F238E27FC236}">
                  <a16:creationId xmlns:a16="http://schemas.microsoft.com/office/drawing/2014/main" id="{558849B9-512D-6049-AB40-637404334CB9}"/>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9375970" y="4394830"/>
              <a:ext cx="330200" cy="330200"/>
            </a:xfrm>
            <a:prstGeom prst="rect">
              <a:avLst/>
            </a:prstGeom>
          </p:spPr>
        </p:pic>
      </p:grpSp>
      <p:sp>
        <p:nvSpPr>
          <p:cNvPr id="5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pic>
        <p:nvPicPr>
          <p:cNvPr id="53" name="Graphic 58">
            <a:extLst>
              <a:ext uri="{FF2B5EF4-FFF2-40B4-BE49-F238E27FC236}">
                <a16:creationId xmlns:a16="http://schemas.microsoft.com/office/drawing/2014/main" id="{6D5D941B-48FC-C04A-B714-B4EB60960E9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378935" y="2665121"/>
            <a:ext cx="286184" cy="286184"/>
          </a:xfrm>
          <a:prstGeom prst="rect">
            <a:avLst/>
          </a:prstGeom>
        </p:spPr>
      </p:pic>
      <p:sp>
        <p:nvSpPr>
          <p:cNvPr id="62" name="Rectangle 61">
            <a:extLst>
              <a:ext uri="{FF2B5EF4-FFF2-40B4-BE49-F238E27FC236}">
                <a16:creationId xmlns:a16="http://schemas.microsoft.com/office/drawing/2014/main" id="{9E4B180B-66C8-134C-9780-D82E60B76CCD}"/>
              </a:ext>
            </a:extLst>
          </p:cNvPr>
          <p:cNvSpPr/>
          <p:nvPr/>
        </p:nvSpPr>
        <p:spPr>
          <a:xfrm>
            <a:off x="3417539" y="2664447"/>
            <a:ext cx="2709144" cy="1184247"/>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91195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a:t>Private, public, and elastic IP addresses</a:t>
            </a:r>
          </a:p>
        </p:txBody>
      </p:sp>
      <p:sp>
        <p:nvSpPr>
          <p:cNvPr id="37" name="Content Placeholder 2"/>
          <p:cNvSpPr>
            <a:spLocks noGrp="1"/>
          </p:cNvSpPr>
          <p:nvPr>
            <p:ph idx="1"/>
          </p:nvPr>
        </p:nvSpPr>
        <p:spPr>
          <a:xfrm>
            <a:off x="399311" y="1282770"/>
            <a:ext cx="11353800" cy="4648788"/>
          </a:xfrm>
        </p:spPr>
        <p:txBody>
          <a:bodyPr>
            <a:normAutofit/>
          </a:bodyPr>
          <a:lstStyle/>
          <a:p>
            <a:pPr marL="647692" indent="-342900"/>
            <a:r>
              <a:rPr lang="en-US" sz="2400"/>
              <a:t>Public IP addresses change when an instance is stopped and restarted.</a:t>
            </a:r>
          </a:p>
          <a:p>
            <a:pPr marL="647692" indent="-342900"/>
            <a:r>
              <a:rPr lang="en-US" sz="2400"/>
              <a:t>Use Elastic IP addresses for static, public IP addresses.</a:t>
            </a:r>
          </a:p>
        </p:txBody>
      </p:sp>
      <p:sp>
        <p:nvSpPr>
          <p:cNvPr id="8" name="TextBox 7"/>
          <p:cNvSpPr txBox="1"/>
          <p:nvPr/>
        </p:nvSpPr>
        <p:spPr>
          <a:xfrm>
            <a:off x="1584042" y="4524948"/>
            <a:ext cx="1428271" cy="379656"/>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rPr>
              <a:t>Instance 1</a:t>
            </a:r>
          </a:p>
        </p:txBody>
      </p:sp>
      <p:sp>
        <p:nvSpPr>
          <p:cNvPr id="13" name="TextBox 12"/>
          <p:cNvSpPr txBox="1"/>
          <p:nvPr/>
        </p:nvSpPr>
        <p:spPr>
          <a:xfrm>
            <a:off x="5171002" y="4524948"/>
            <a:ext cx="1454937" cy="379656"/>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rPr>
              <a:t>Instance 2</a:t>
            </a:r>
          </a:p>
        </p:txBody>
      </p:sp>
      <p:cxnSp>
        <p:nvCxnSpPr>
          <p:cNvPr id="19" name="Straight Arrow Connector 18"/>
          <p:cNvCxnSpPr>
            <a:stCxn id="13" idx="1"/>
            <a:endCxn id="8" idx="3"/>
          </p:cNvCxnSpPr>
          <p:nvPr/>
        </p:nvCxnSpPr>
        <p:spPr>
          <a:xfrm flipH="1">
            <a:off x="3012313" y="4714776"/>
            <a:ext cx="21586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647340" y="3903949"/>
            <a:ext cx="2191627" cy="666977"/>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172.31.22.16</a:t>
            </a:r>
          </a:p>
          <a:p>
            <a:pPr algn="ctr"/>
            <a:r>
              <a:rPr lang="en-US" sz="1867" b="1">
                <a:latin typeface="Amazon Ember" panose="02000000000000000000" pitchFamily="2" charset="0"/>
                <a:ea typeface="Amazon Ember" panose="02000000000000000000" pitchFamily="2" charset="0"/>
              </a:rPr>
              <a:t>Private IP address</a:t>
            </a:r>
          </a:p>
        </p:txBody>
      </p:sp>
      <p:sp>
        <p:nvSpPr>
          <p:cNvPr id="22" name="TextBox 21"/>
          <p:cNvSpPr txBox="1"/>
          <p:nvPr/>
        </p:nvSpPr>
        <p:spPr>
          <a:xfrm>
            <a:off x="7473318" y="2790110"/>
            <a:ext cx="3281669" cy="666977"/>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54.183.34.127</a:t>
            </a:r>
          </a:p>
          <a:p>
            <a:pPr algn="ctr"/>
            <a:r>
              <a:rPr lang="en-US" sz="1867" b="1">
                <a:latin typeface="Amazon Ember" panose="02000000000000000000" pitchFamily="2" charset="0"/>
                <a:ea typeface="Amazon Ember" panose="02000000000000000000" pitchFamily="2" charset="0"/>
              </a:rPr>
              <a:t>Public IP address</a:t>
            </a:r>
            <a:r>
              <a:rPr lang="en-US" sz="1867">
                <a:latin typeface="Amazon Ember" panose="02000000000000000000" pitchFamily="2" charset="0"/>
                <a:ea typeface="Amazon Ember" panose="02000000000000000000" pitchFamily="2" charset="0"/>
              </a:rPr>
              <a:t> (transient)</a:t>
            </a:r>
          </a:p>
        </p:txBody>
      </p:sp>
      <p:cxnSp>
        <p:nvCxnSpPr>
          <p:cNvPr id="24" name="Elbow Connector 23"/>
          <p:cNvCxnSpPr/>
          <p:nvPr/>
        </p:nvCxnSpPr>
        <p:spPr>
          <a:xfrm rot="16200000" flipV="1">
            <a:off x="6037665" y="-77309"/>
            <a:ext cx="466065" cy="8089604"/>
          </a:xfrm>
          <a:prstGeom prst="bentConnector3">
            <a:avLst>
              <a:gd name="adj1" fmla="val 149049"/>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Elbow Connector 37"/>
          <p:cNvCxnSpPr/>
          <p:nvPr/>
        </p:nvCxnSpPr>
        <p:spPr>
          <a:xfrm rot="10800000">
            <a:off x="6210133" y="4197135"/>
            <a:ext cx="4044803" cy="950060"/>
          </a:xfrm>
          <a:prstGeom prst="bentConnector3">
            <a:avLst>
              <a:gd name="adj1" fmla="val 50000"/>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642639" y="5228353"/>
            <a:ext cx="2924198" cy="666977"/>
          </a:xfrm>
          <a:prstGeom prst="rect">
            <a:avLst/>
          </a:prstGeom>
          <a:noFill/>
        </p:spPr>
        <p:txBody>
          <a:bodyPr wrap="none" rtlCol="0">
            <a:spAutoFit/>
          </a:bodyPr>
          <a:lstStyle/>
          <a:p>
            <a:pPr algn="ctr"/>
            <a:r>
              <a:rPr lang="en-US" sz="1867">
                <a:latin typeface="Amazon Ember" panose="02000000000000000000" pitchFamily="2" charset="0"/>
                <a:ea typeface="Amazon Ember" panose="02000000000000000000" pitchFamily="2" charset="0"/>
              </a:rPr>
              <a:t>54.77.95.100</a:t>
            </a:r>
          </a:p>
          <a:p>
            <a:pPr algn="ctr"/>
            <a:r>
              <a:rPr lang="en-US" sz="1867" b="1">
                <a:latin typeface="Amazon Ember" panose="02000000000000000000" pitchFamily="2" charset="0"/>
                <a:ea typeface="Amazon Ember" panose="02000000000000000000" pitchFamily="2" charset="0"/>
              </a:rPr>
              <a:t>Elastic IP address</a:t>
            </a:r>
            <a:r>
              <a:rPr lang="en-US" sz="1867">
                <a:latin typeface="Amazon Ember" panose="02000000000000000000" pitchFamily="2" charset="0"/>
                <a:ea typeface="Amazon Ember" panose="02000000000000000000" pitchFamily="2" charset="0"/>
              </a:rPr>
              <a:t> (static)</a:t>
            </a:r>
            <a:endParaRPr lang="en-US" sz="1867" b="1">
              <a:latin typeface="Amazon Ember" panose="02000000000000000000" pitchFamily="2" charset="0"/>
              <a:ea typeface="Amazon Ember" panose="02000000000000000000" pitchFamily="2" charset="0"/>
            </a:endParaRPr>
          </a:p>
        </p:txBody>
      </p:sp>
      <p:pic>
        <p:nvPicPr>
          <p:cNvPr id="26"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93431" y="3797683"/>
            <a:ext cx="675125" cy="789365"/>
          </a:xfrm>
          <a:prstGeom prst="rect">
            <a:avLst/>
          </a:prstGeom>
        </p:spPr>
      </p:pic>
      <p:pic>
        <p:nvPicPr>
          <p:cNvPr id="27"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39567" y="3797683"/>
            <a:ext cx="675125" cy="789365"/>
          </a:xfrm>
          <a:prstGeom prst="rect">
            <a:avLst/>
          </a:prstGeom>
        </p:spPr>
      </p:pic>
      <p:pic>
        <p:nvPicPr>
          <p:cNvPr id="28" name="Graphic 15">
            <a:extLst>
              <a:ext uri="{FF2B5EF4-FFF2-40B4-BE49-F238E27FC236}">
                <a16:creationId xmlns:a16="http://schemas.microsoft.com/office/drawing/2014/main" id="{3AE4BA5B-DE17-F54A-8FC6-8FB0A95F67F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66914" y="3936512"/>
            <a:ext cx="1626947" cy="1626947"/>
          </a:xfrm>
          <a:prstGeom prst="rect">
            <a:avLst/>
          </a:prstGeom>
        </p:spPr>
      </p:pic>
      <p:sp>
        <p:nvSpPr>
          <p:cNvPr id="29" name="TextBox 28">
            <a:extLst>
              <a:ext uri="{FF2B5EF4-FFF2-40B4-BE49-F238E27FC236}">
                <a16:creationId xmlns:a16="http://schemas.microsoft.com/office/drawing/2014/main" id="{B2EF5FDF-E6AC-9B45-9985-723F61E2113E}"/>
              </a:ext>
            </a:extLst>
          </p:cNvPr>
          <p:cNvSpPr txBox="1"/>
          <p:nvPr/>
        </p:nvSpPr>
        <p:spPr>
          <a:xfrm>
            <a:off x="10399120" y="5175397"/>
            <a:ext cx="1072750" cy="369332"/>
          </a:xfrm>
          <a:prstGeom prst="rect">
            <a:avLst/>
          </a:prstGeom>
          <a:noFill/>
        </p:spPr>
        <p:txBody>
          <a:bodyPr wrap="square" rtlCol="0">
            <a:spAutoFit/>
          </a:bodyPr>
          <a:lstStyle/>
          <a:p>
            <a:pPr algn="ctr"/>
            <a:r>
              <a:rPr lang="en-US">
                <a:solidFill>
                  <a:srgbClr val="232F3E"/>
                </a:solidFill>
                <a:latin typeface="Amazon Ember" panose="02000000000000000000" pitchFamily="2" charset="0"/>
              </a:rPr>
              <a:t>Internet</a:t>
            </a:r>
          </a:p>
        </p:txBody>
      </p:sp>
      <p:sp>
        <p:nvSpPr>
          <p:cNvPr id="32" name="Rectangle 31">
            <a:extLst>
              <a:ext uri="{FF2B5EF4-FFF2-40B4-BE49-F238E27FC236}">
                <a16:creationId xmlns:a16="http://schemas.microsoft.com/office/drawing/2014/main" id="{A05DFD40-FB52-1447-9826-BC9166A843E2}"/>
              </a:ext>
            </a:extLst>
          </p:cNvPr>
          <p:cNvSpPr/>
          <p:nvPr/>
        </p:nvSpPr>
        <p:spPr>
          <a:xfrm>
            <a:off x="730345" y="2843686"/>
            <a:ext cx="6728725" cy="3595213"/>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w="0"/>
                <a:solidFill>
                  <a:srgbClr val="1D8900"/>
                </a:solidFill>
                <a:effectLst/>
                <a:uLnTx/>
                <a:uFillTx/>
                <a:latin typeface="Amazon Ember" panose="02000000000000000000" pitchFamily="2" charset="0"/>
                <a:ea typeface="+mn-ea"/>
                <a:cs typeface="+mn-cs"/>
              </a:rPr>
              <a:t>VPC</a:t>
            </a:r>
          </a:p>
        </p:txBody>
      </p:sp>
      <p:pic>
        <p:nvPicPr>
          <p:cNvPr id="33" name="Graphic 12">
            <a:extLst>
              <a:ext uri="{FF2B5EF4-FFF2-40B4-BE49-F238E27FC236}">
                <a16:creationId xmlns:a16="http://schemas.microsoft.com/office/drawing/2014/main" id="{AFC8BF74-4532-7C44-9F77-B9851D2426F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0347" y="2843687"/>
            <a:ext cx="277535" cy="277535"/>
          </a:xfrm>
          <a:prstGeom prst="rect">
            <a:avLst/>
          </a:prstGeom>
        </p:spPr>
      </p:pic>
      <p:sp>
        <p:nvSpPr>
          <p:cNvPr id="36" name="Rectangle 35">
            <a:extLst>
              <a:ext uri="{FF2B5EF4-FFF2-40B4-BE49-F238E27FC236}">
                <a16:creationId xmlns:a16="http://schemas.microsoft.com/office/drawing/2014/main" id="{17E1801B-860A-C149-8A1E-285AB4A01BBF}"/>
              </a:ext>
            </a:extLst>
          </p:cNvPr>
          <p:cNvSpPr/>
          <p:nvPr/>
        </p:nvSpPr>
        <p:spPr>
          <a:xfrm>
            <a:off x="1149390" y="3181210"/>
            <a:ext cx="5904883" cy="2990989"/>
          </a:xfrm>
          <a:prstGeom prst="rect">
            <a:avLst/>
          </a:prstGeom>
          <a:noFill/>
          <a:ln w="12700" cap="flat" cmpd="sng" algn="ctr">
            <a:solidFill>
              <a:srgbClr val="1D8900"/>
            </a:solidFill>
            <a:prstDash val="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latin typeface="Amazon Ember" panose="02000000000000000000" pitchFamily="2" charset="0"/>
                <a:ea typeface="+mn-ea"/>
                <a:cs typeface="+mn-cs"/>
              </a:rPr>
              <a:t>Public subnet</a:t>
            </a:r>
          </a:p>
        </p:txBody>
      </p:sp>
      <p:pic>
        <p:nvPicPr>
          <p:cNvPr id="39" name="Graphic 60">
            <a:extLst>
              <a:ext uri="{FF2B5EF4-FFF2-40B4-BE49-F238E27FC236}">
                <a16:creationId xmlns:a16="http://schemas.microsoft.com/office/drawing/2014/main" id="{B1722D17-6FC5-F440-95C2-01D5EBAA69C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149391" y="3181211"/>
            <a:ext cx="330200" cy="330200"/>
          </a:xfrm>
          <a:prstGeom prst="rect">
            <a:avLst/>
          </a:prstGeom>
        </p:spPr>
      </p:pic>
      <p:sp>
        <p:nvSpPr>
          <p:cNvPr id="2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10</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720400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Security groups</a:t>
            </a:r>
          </a:p>
        </p:txBody>
      </p:sp>
      <p:sp>
        <p:nvSpPr>
          <p:cNvPr id="3" name="Content Placeholder 2"/>
          <p:cNvSpPr>
            <a:spLocks noGrp="1"/>
          </p:cNvSpPr>
          <p:nvPr>
            <p:ph idx="1"/>
          </p:nvPr>
        </p:nvSpPr>
        <p:spPr>
          <a:xfrm>
            <a:off x="419100" y="1528175"/>
            <a:ext cx="8692814" cy="4648788"/>
          </a:xfrm>
        </p:spPr>
        <p:txBody>
          <a:bodyPr/>
          <a:lstStyle/>
          <a:p>
            <a:r>
              <a:rPr lang="en-US"/>
              <a:t>Restrict access to instances by:</a:t>
            </a:r>
          </a:p>
          <a:p>
            <a:pPr lvl="1"/>
            <a:r>
              <a:rPr lang="en-US"/>
              <a:t>Port range</a:t>
            </a:r>
          </a:p>
          <a:p>
            <a:pPr lvl="1"/>
            <a:r>
              <a:rPr lang="en-US"/>
              <a:t>IP address range</a:t>
            </a:r>
          </a:p>
          <a:p>
            <a:pPr lvl="1"/>
            <a:r>
              <a:rPr lang="en-US"/>
              <a:t>Resource ID</a:t>
            </a:r>
          </a:p>
          <a:p>
            <a:endParaRPr lang="en-US"/>
          </a:p>
          <a:p>
            <a:r>
              <a:rPr lang="en-US"/>
              <a:t>Instances can be associated with multiple security groups</a:t>
            </a:r>
          </a:p>
          <a:p>
            <a:pPr marL="0" indent="0">
              <a:buNone/>
            </a:pPr>
            <a:endParaRPr lang="en-US"/>
          </a:p>
          <a:p>
            <a:r>
              <a:rPr lang="en-US"/>
              <a:t>Allow data ingress and egress</a:t>
            </a:r>
          </a:p>
          <a:p>
            <a:endParaRPr lang="en-US"/>
          </a:p>
          <a:p>
            <a:r>
              <a:rPr lang="en-US"/>
              <a:t>Can be added or modified after launch</a:t>
            </a:r>
          </a:p>
        </p:txBody>
      </p:sp>
      <p:sp>
        <p:nvSpPr>
          <p:cNvPr id="7" name="TextBox 34"/>
          <p:cNvSpPr txBox="1">
            <a:spLocks noChangeArrowheads="1"/>
          </p:cNvSpPr>
          <p:nvPr/>
        </p:nvSpPr>
        <p:spPr bwMode="auto">
          <a:xfrm>
            <a:off x="9163758" y="1825240"/>
            <a:ext cx="2902906" cy="338554"/>
          </a:xfrm>
          <a:prstGeom prst="rect">
            <a:avLst/>
          </a:prstGeom>
          <a:noFill/>
          <a:ln w="9525">
            <a:noFill/>
            <a:miter lim="800000"/>
            <a:headEnd/>
            <a:tailEnd/>
          </a:ln>
        </p:spPr>
        <p:txBody>
          <a:bodyPr wrap="square">
            <a:spAutoFit/>
          </a:bodyPr>
          <a:lstStyle/>
          <a:p>
            <a:pPr algn="ctr"/>
            <a:r>
              <a:rPr lang="en-US" sz="1600" b="1">
                <a:latin typeface="Amazon Ember" panose="02000000000000000000" pitchFamily="2" charset="0"/>
                <a:ea typeface="Amazon Ember" panose="02000000000000000000" pitchFamily="2" charset="0"/>
                <a:cs typeface="Arial"/>
              </a:rPr>
              <a:t>Remote Access on port 22</a:t>
            </a:r>
          </a:p>
        </p:txBody>
      </p:sp>
      <p:sp>
        <p:nvSpPr>
          <p:cNvPr id="12" name="TextBox 34"/>
          <p:cNvSpPr txBox="1">
            <a:spLocks noChangeArrowheads="1"/>
          </p:cNvSpPr>
          <p:nvPr/>
        </p:nvSpPr>
        <p:spPr bwMode="auto">
          <a:xfrm>
            <a:off x="9885850" y="4242915"/>
            <a:ext cx="1111603" cy="461665"/>
          </a:xfrm>
          <a:prstGeom prst="rect">
            <a:avLst/>
          </a:prstGeom>
          <a:noFill/>
          <a:ln w="9525">
            <a:noFill/>
            <a:miter lim="800000"/>
            <a:headEnd/>
            <a:tailEnd/>
          </a:ln>
        </p:spPr>
        <p:txBody>
          <a:bodyPr wrap="square">
            <a:spAutoFit/>
          </a:bodyPr>
          <a:lstStyle/>
          <a:p>
            <a:pPr algn="ctr"/>
            <a:r>
              <a:rPr lang="en-US" sz="1200" b="1">
                <a:latin typeface="Amazon Ember" panose="02000000000000000000" pitchFamily="2" charset="0"/>
                <a:ea typeface="Amazon Ember" panose="02000000000000000000" pitchFamily="2" charset="0"/>
                <a:cs typeface="Arial"/>
              </a:rPr>
              <a:t>Web</a:t>
            </a:r>
            <a:br>
              <a:rPr lang="en-US" sz="1200" b="1">
                <a:latin typeface="Amazon Ember" panose="02000000000000000000" pitchFamily="2" charset="0"/>
                <a:ea typeface="Amazon Ember" panose="02000000000000000000" pitchFamily="2" charset="0"/>
                <a:cs typeface="Arial"/>
              </a:rPr>
            </a:br>
            <a:r>
              <a:rPr lang="en-US" sz="1200" b="1">
                <a:latin typeface="Amazon Ember" panose="02000000000000000000" pitchFamily="2" charset="0"/>
                <a:ea typeface="Amazon Ember" panose="02000000000000000000" pitchFamily="2" charset="0"/>
                <a:cs typeface="Arial"/>
              </a:rPr>
              <a:t>servers</a:t>
            </a:r>
          </a:p>
        </p:txBody>
      </p:sp>
      <p:sp>
        <p:nvSpPr>
          <p:cNvPr id="19" name="TextBox 34"/>
          <p:cNvSpPr txBox="1">
            <a:spLocks noChangeArrowheads="1"/>
          </p:cNvSpPr>
          <p:nvPr/>
        </p:nvSpPr>
        <p:spPr bwMode="auto">
          <a:xfrm>
            <a:off x="10077309" y="5981365"/>
            <a:ext cx="643084" cy="307777"/>
          </a:xfrm>
          <a:prstGeom prst="rect">
            <a:avLst/>
          </a:prstGeom>
          <a:noFill/>
          <a:ln w="9525">
            <a:noFill/>
            <a:miter lim="800000"/>
            <a:headEnd/>
            <a:tailEnd/>
          </a:ln>
        </p:spPr>
        <p:txBody>
          <a:bodyPr wrap="square">
            <a:spAutoFit/>
          </a:bodyPr>
          <a:lstStyle/>
          <a:p>
            <a:pPr algn="ctr"/>
            <a:r>
              <a:rPr lang="en-US" sz="1400" b="1">
                <a:latin typeface="Amazon Ember" panose="02000000000000000000" pitchFamily="2" charset="0"/>
                <a:ea typeface="Amazon Ember" panose="02000000000000000000" pitchFamily="2" charset="0"/>
                <a:cs typeface="Arial"/>
              </a:rPr>
              <a:t>DB</a:t>
            </a:r>
          </a:p>
        </p:txBody>
      </p:sp>
      <p:sp>
        <p:nvSpPr>
          <p:cNvPr id="20" name="TextBox 34"/>
          <p:cNvSpPr txBox="1">
            <a:spLocks noChangeArrowheads="1"/>
          </p:cNvSpPr>
          <p:nvPr/>
        </p:nvSpPr>
        <p:spPr bwMode="auto">
          <a:xfrm>
            <a:off x="10187010" y="2510721"/>
            <a:ext cx="603387" cy="307777"/>
          </a:xfrm>
          <a:prstGeom prst="rect">
            <a:avLst/>
          </a:prstGeom>
          <a:noFill/>
          <a:ln w="9525">
            <a:noFill/>
            <a:miter lim="800000"/>
            <a:headEnd/>
            <a:tailEnd/>
          </a:ln>
        </p:spPr>
        <p:txBody>
          <a:bodyPr wrap="square">
            <a:spAutoFit/>
          </a:bodyPr>
          <a:lstStyle/>
          <a:p>
            <a:pPr algn="ctr"/>
            <a:r>
              <a:rPr lang="en-US" sz="1400" b="1">
                <a:latin typeface="Amazon Ember" panose="02000000000000000000" pitchFamily="2" charset="0"/>
                <a:ea typeface="Amazon Ember" panose="02000000000000000000" pitchFamily="2" charset="0"/>
                <a:cs typeface="Arial"/>
              </a:rPr>
              <a:t>NAT</a:t>
            </a:r>
          </a:p>
        </p:txBody>
      </p:sp>
      <p:sp>
        <p:nvSpPr>
          <p:cNvPr id="25" name="TextBox 34"/>
          <p:cNvSpPr txBox="1">
            <a:spLocks noChangeArrowheads="1"/>
          </p:cNvSpPr>
          <p:nvPr/>
        </p:nvSpPr>
        <p:spPr bwMode="auto">
          <a:xfrm>
            <a:off x="8434397" y="5236194"/>
            <a:ext cx="2902906" cy="338554"/>
          </a:xfrm>
          <a:prstGeom prst="rect">
            <a:avLst/>
          </a:prstGeom>
          <a:noFill/>
          <a:ln w="9525">
            <a:noFill/>
            <a:miter lim="800000"/>
            <a:headEnd/>
            <a:tailEnd/>
          </a:ln>
        </p:spPr>
        <p:txBody>
          <a:bodyPr wrap="square">
            <a:spAutoFit/>
          </a:bodyPr>
          <a:lstStyle/>
          <a:p>
            <a:pPr algn="ctr"/>
            <a:r>
              <a:rPr lang="en-US" sz="1600" b="1">
                <a:latin typeface="Amazon Ember" panose="02000000000000000000" pitchFamily="2" charset="0"/>
                <a:ea typeface="Amazon Ember" panose="02000000000000000000" pitchFamily="2" charset="0"/>
                <a:cs typeface="Arial"/>
              </a:rPr>
              <a:t>Port 3306</a:t>
            </a:r>
          </a:p>
        </p:txBody>
      </p:sp>
      <p:sp>
        <p:nvSpPr>
          <p:cNvPr id="30" name="TextBox 34"/>
          <p:cNvSpPr txBox="1">
            <a:spLocks noChangeArrowheads="1"/>
          </p:cNvSpPr>
          <p:nvPr/>
        </p:nvSpPr>
        <p:spPr bwMode="auto">
          <a:xfrm>
            <a:off x="9283319" y="3241760"/>
            <a:ext cx="3028242" cy="830997"/>
          </a:xfrm>
          <a:prstGeom prst="rect">
            <a:avLst/>
          </a:prstGeom>
          <a:noFill/>
          <a:ln w="9525">
            <a:noFill/>
            <a:miter lim="800000"/>
            <a:headEnd/>
            <a:tailEnd/>
          </a:ln>
        </p:spPr>
        <p:txBody>
          <a:bodyPr wrap="square">
            <a:spAutoFit/>
          </a:bodyPr>
          <a:lstStyle/>
          <a:p>
            <a:r>
              <a:rPr lang="en-US" sz="1600" b="1">
                <a:latin typeface="Amazon Ember" panose="02000000000000000000" pitchFamily="2" charset="0"/>
                <a:ea typeface="Amazon Ember" panose="02000000000000000000" pitchFamily="2" charset="0"/>
                <a:cs typeface="Arial"/>
              </a:rPr>
              <a:t>Remote Access on port 22 and Web traffic 80</a:t>
            </a:r>
          </a:p>
          <a:p>
            <a:endParaRPr lang="en-US" sz="1600" b="1">
              <a:latin typeface="Amazon Ember" panose="02000000000000000000" pitchFamily="2" charset="0"/>
              <a:ea typeface="Amazon Ember" panose="02000000000000000000" pitchFamily="2" charset="0"/>
              <a:cs typeface="Arial"/>
            </a:endParaRPr>
          </a:p>
        </p:txBody>
      </p:sp>
      <p:pic>
        <p:nvPicPr>
          <p:cNvPr id="28"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85864" y="5687461"/>
            <a:ext cx="711576" cy="831984"/>
          </a:xfrm>
          <a:prstGeom prst="rect">
            <a:avLst/>
          </a:prstGeom>
        </p:spPr>
      </p:pic>
      <p:pic>
        <p:nvPicPr>
          <p:cNvPr id="29"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4260" y="3974713"/>
            <a:ext cx="761493" cy="890348"/>
          </a:xfrm>
          <a:prstGeom prst="rect">
            <a:avLst/>
          </a:prstGeom>
        </p:spPr>
      </p:pic>
      <p:pic>
        <p:nvPicPr>
          <p:cNvPr id="31" name="Graphic 20">
            <a:extLst>
              <a:ext uri="{FF2B5EF4-FFF2-40B4-BE49-F238E27FC236}">
                <a16:creationId xmlns:a16="http://schemas.microsoft.com/office/drawing/2014/main" id="{7A14C722-6428-F644-AAFC-49DE6CD659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00636" y="2323121"/>
            <a:ext cx="711574" cy="831982"/>
          </a:xfrm>
          <a:prstGeom prst="rect">
            <a:avLst/>
          </a:prstGeom>
        </p:spPr>
      </p:pic>
      <p:sp>
        <p:nvSpPr>
          <p:cNvPr id="4" name="TextBox 3">
            <a:extLst>
              <a:ext uri="{FF2B5EF4-FFF2-40B4-BE49-F238E27FC236}">
                <a16:creationId xmlns:a16="http://schemas.microsoft.com/office/drawing/2014/main" id="{7D8D8940-9ACD-8443-930A-56CE1E44854D}"/>
              </a:ext>
            </a:extLst>
          </p:cNvPr>
          <p:cNvSpPr txBox="1"/>
          <p:nvPr/>
        </p:nvSpPr>
        <p:spPr>
          <a:xfrm>
            <a:off x="8199702" y="1187562"/>
            <a:ext cx="4219508" cy="400110"/>
          </a:xfrm>
          <a:prstGeom prst="rect">
            <a:avLst/>
          </a:prstGeom>
          <a:noFill/>
        </p:spPr>
        <p:txBody>
          <a:bodyPr wrap="square" rtlCol="0">
            <a:spAutoFit/>
          </a:bodyPr>
          <a:lstStyle/>
          <a:p>
            <a:r>
              <a:rPr lang="en-US" sz="2000" b="1">
                <a:solidFill>
                  <a:schemeClr val="tx2">
                    <a:lumMod val="75000"/>
                  </a:schemeClr>
                </a:solidFill>
                <a:latin typeface="Amazon Ember" panose="02000000000000000000" pitchFamily="2" charset="0"/>
                <a:ea typeface="Amazon Ember" panose="02000000000000000000" pitchFamily="2" charset="0"/>
                <a:cs typeface="Amazon Ember Light" panose="020B0403020204020204" pitchFamily="34" charset="0"/>
              </a:rPr>
              <a:t>Example security group settings:</a:t>
            </a:r>
          </a:p>
        </p:txBody>
      </p:sp>
      <p:sp>
        <p:nvSpPr>
          <p:cNvPr id="32"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pic>
        <p:nvPicPr>
          <p:cNvPr id="33" name="Graphic 58">
            <a:extLst>
              <a:ext uri="{FF2B5EF4-FFF2-40B4-BE49-F238E27FC236}">
                <a16:creationId xmlns:a16="http://schemas.microsoft.com/office/drawing/2014/main" id="{6D5D941B-48FC-C04A-B714-B4EB60960E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63520" y="2102602"/>
            <a:ext cx="286184" cy="286184"/>
          </a:xfrm>
          <a:prstGeom prst="rect">
            <a:avLst/>
          </a:prstGeom>
        </p:spPr>
      </p:pic>
      <p:sp>
        <p:nvSpPr>
          <p:cNvPr id="34" name="Rectangle 33">
            <a:extLst>
              <a:ext uri="{FF2B5EF4-FFF2-40B4-BE49-F238E27FC236}">
                <a16:creationId xmlns:a16="http://schemas.microsoft.com/office/drawing/2014/main" id="{9E4B180B-66C8-134C-9780-D82E60B76CCD}"/>
              </a:ext>
            </a:extLst>
          </p:cNvPr>
          <p:cNvSpPr/>
          <p:nvPr/>
        </p:nvSpPr>
        <p:spPr>
          <a:xfrm>
            <a:off x="9344665" y="2102601"/>
            <a:ext cx="2076394" cy="110835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pic>
        <p:nvPicPr>
          <p:cNvPr id="35" name="Graphic 58">
            <a:extLst>
              <a:ext uri="{FF2B5EF4-FFF2-40B4-BE49-F238E27FC236}">
                <a16:creationId xmlns:a16="http://schemas.microsoft.com/office/drawing/2014/main" id="{6D5D941B-48FC-C04A-B714-B4EB60960E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82375" y="5518544"/>
            <a:ext cx="286184" cy="286184"/>
          </a:xfrm>
          <a:prstGeom prst="rect">
            <a:avLst/>
          </a:prstGeom>
        </p:spPr>
      </p:pic>
      <p:sp>
        <p:nvSpPr>
          <p:cNvPr id="36" name="Rectangle 35">
            <a:extLst>
              <a:ext uri="{FF2B5EF4-FFF2-40B4-BE49-F238E27FC236}">
                <a16:creationId xmlns:a16="http://schemas.microsoft.com/office/drawing/2014/main" id="{9E4B180B-66C8-134C-9780-D82E60B76CCD}"/>
              </a:ext>
            </a:extLst>
          </p:cNvPr>
          <p:cNvSpPr/>
          <p:nvPr/>
        </p:nvSpPr>
        <p:spPr>
          <a:xfrm>
            <a:off x="9363520" y="5518544"/>
            <a:ext cx="2076394" cy="1028890"/>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pic>
        <p:nvPicPr>
          <p:cNvPr id="39" name="Graphic 58">
            <a:extLst>
              <a:ext uri="{FF2B5EF4-FFF2-40B4-BE49-F238E27FC236}">
                <a16:creationId xmlns:a16="http://schemas.microsoft.com/office/drawing/2014/main" id="{6D5D941B-48FC-C04A-B714-B4EB60960E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90323" y="3795491"/>
            <a:ext cx="286184" cy="286184"/>
          </a:xfrm>
          <a:prstGeom prst="rect">
            <a:avLst/>
          </a:prstGeom>
        </p:spPr>
      </p:pic>
      <p:sp>
        <p:nvSpPr>
          <p:cNvPr id="40" name="Rectangle 39">
            <a:extLst>
              <a:ext uri="{FF2B5EF4-FFF2-40B4-BE49-F238E27FC236}">
                <a16:creationId xmlns:a16="http://schemas.microsoft.com/office/drawing/2014/main" id="{9E4B180B-66C8-134C-9780-D82E60B76CCD}"/>
              </a:ext>
            </a:extLst>
          </p:cNvPr>
          <p:cNvSpPr/>
          <p:nvPr/>
        </p:nvSpPr>
        <p:spPr>
          <a:xfrm>
            <a:off x="9371468" y="3795490"/>
            <a:ext cx="2076394" cy="1300001"/>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365760" tIns="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srgbClr val="DF3312"/>
                </a:solidFill>
                <a:effectLst/>
                <a:uLnTx/>
                <a:uFillTx/>
                <a:latin typeface="Amazon Ember" panose="02000000000000000000" pitchFamily="2" charset="0"/>
                <a:ea typeface="+mn-ea"/>
                <a:cs typeface="+mn-cs"/>
              </a:rPr>
              <a:t>Security group</a:t>
            </a:r>
          </a:p>
        </p:txBody>
      </p:sp>
      <p:sp>
        <p:nvSpPr>
          <p:cNvPr id="5" name="Slide Number Placeholder 4"/>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11</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815020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ntent Placeholder 2"/>
          <p:cNvSpPr txBox="1">
            <a:spLocks/>
          </p:cNvSpPr>
          <p:nvPr/>
        </p:nvSpPr>
        <p:spPr>
          <a:xfrm>
            <a:off x="239499" y="1363280"/>
            <a:ext cx="7837701" cy="594336"/>
          </a:xfrm>
          <a:prstGeom prst="rect">
            <a:avLst/>
          </a:prstGeom>
        </p:spPr>
        <p:txBody>
          <a:bodyPr vert="horz" lIns="121920" tIns="60960" rIns="121920" bIns="60960" rtlCol="0">
            <a:no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atin typeface="Amazon Ember" panose="02000000000000000000" pitchFamily="2" charset="0"/>
                <a:ea typeface="Amazon Ember" panose="02000000000000000000" pitchFamily="2" charset="0"/>
                <a:cs typeface="Amazon Ember Light" charset="0"/>
              </a:rPr>
              <a:t>Allow HTTP port access </a:t>
            </a:r>
            <a:r>
              <a:rPr lang="en-US" b="1">
                <a:solidFill>
                  <a:schemeClr val="accent4">
                    <a:lumMod val="75000"/>
                  </a:schemeClr>
                </a:solidFill>
                <a:latin typeface="Amazon Ember" panose="02000000000000000000" pitchFamily="2" charset="0"/>
                <a:ea typeface="Amazon Ember" panose="02000000000000000000" pitchFamily="2" charset="0"/>
                <a:cs typeface="Amazon Ember Light" charset="0"/>
              </a:rPr>
              <a:t>from anywhere</a:t>
            </a:r>
            <a:r>
              <a:rPr lang="en-US">
                <a:latin typeface="Amazon Ember" panose="02000000000000000000" pitchFamily="2" charset="0"/>
                <a:ea typeface="Amazon Ember" panose="02000000000000000000" pitchFamily="2" charset="0"/>
                <a:cs typeface="Amazon Ember Light" charset="0"/>
              </a:rPr>
              <a:t>:</a:t>
            </a:r>
          </a:p>
        </p:txBody>
      </p:sp>
      <p:sp>
        <p:nvSpPr>
          <p:cNvPr id="26" name="Content Placeholder 2"/>
          <p:cNvSpPr txBox="1">
            <a:spLocks/>
          </p:cNvSpPr>
          <p:nvPr/>
        </p:nvSpPr>
        <p:spPr>
          <a:xfrm>
            <a:off x="2025463" y="3216272"/>
            <a:ext cx="8823514" cy="878465"/>
          </a:xfrm>
          <a:prstGeom prst="rect">
            <a:avLst/>
          </a:prstGeom>
        </p:spPr>
        <p:txBody>
          <a:bodyPr vert="horz" lIns="121920" tIns="60960" rIns="121920" bIns="60960" rtlCol="0">
            <a:norm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atin typeface="Amazon Ember" panose="02000000000000000000" pitchFamily="2" charset="0"/>
                <a:ea typeface="Amazon Ember" panose="02000000000000000000" pitchFamily="2" charset="0"/>
                <a:cs typeface="Amazon Ember Light" charset="0"/>
              </a:rPr>
              <a:t>Allow SSH access from a </a:t>
            </a:r>
            <a:r>
              <a:rPr lang="en-US" b="1">
                <a:solidFill>
                  <a:schemeClr val="accent5">
                    <a:lumMod val="75000"/>
                  </a:schemeClr>
                </a:solidFill>
                <a:latin typeface="Amazon Ember" panose="02000000000000000000" pitchFamily="2" charset="0"/>
                <a:ea typeface="Amazon Ember" panose="02000000000000000000" pitchFamily="2" charset="0"/>
                <a:cs typeface="Amazon Ember Light" charset="0"/>
              </a:rPr>
              <a:t>specific computer</a:t>
            </a:r>
            <a:r>
              <a:rPr lang="en-US">
                <a:latin typeface="Amazon Ember" panose="02000000000000000000" pitchFamily="2" charset="0"/>
                <a:ea typeface="Amazon Ember" panose="02000000000000000000" pitchFamily="2" charset="0"/>
                <a:cs typeface="Amazon Ember Light" charset="0"/>
              </a:rPr>
              <a:t>:</a:t>
            </a:r>
          </a:p>
        </p:txBody>
      </p:sp>
      <p:graphicFrame>
        <p:nvGraphicFramePr>
          <p:cNvPr id="27" name="Table 26"/>
          <p:cNvGraphicFramePr>
            <a:graphicFrameLocks noGrp="1"/>
          </p:cNvGraphicFramePr>
          <p:nvPr>
            <p:extLst>
              <p:ext uri="{D42A27DB-BD31-4B8C-83A1-F6EECF244321}">
                <p14:modId xmlns:p14="http://schemas.microsoft.com/office/powerpoint/2010/main" val="2388680501"/>
              </p:ext>
            </p:extLst>
          </p:nvPr>
        </p:nvGraphicFramePr>
        <p:xfrm>
          <a:off x="1122348" y="1847631"/>
          <a:ext cx="5754976" cy="905933"/>
        </p:xfrm>
        <a:graphic>
          <a:graphicData uri="http://schemas.openxmlformats.org/drawingml/2006/table">
            <a:tbl>
              <a:tblPr firstRow="1" bandRow="1">
                <a:tableStyleId>{00A15C55-8517-42AA-B614-E9B94910E393}</a:tableStyleId>
              </a:tblPr>
              <a:tblGrid>
                <a:gridCol w="2128948">
                  <a:extLst>
                    <a:ext uri="{9D8B030D-6E8A-4147-A177-3AD203B41FA5}">
                      <a16:colId xmlns:a16="http://schemas.microsoft.com/office/drawing/2014/main" val="20000"/>
                    </a:ext>
                  </a:extLst>
                </a:gridCol>
                <a:gridCol w="1729428">
                  <a:extLst>
                    <a:ext uri="{9D8B030D-6E8A-4147-A177-3AD203B41FA5}">
                      <a16:colId xmlns:a16="http://schemas.microsoft.com/office/drawing/2014/main" val="20001"/>
                    </a:ext>
                  </a:extLst>
                </a:gridCol>
                <a:gridCol w="1896600">
                  <a:extLst>
                    <a:ext uri="{9D8B030D-6E8A-4147-A177-3AD203B41FA5}">
                      <a16:colId xmlns:a16="http://schemas.microsoft.com/office/drawing/2014/main" val="20002"/>
                    </a:ext>
                  </a:extLst>
                </a:gridCol>
              </a:tblGrid>
              <a:tr h="406400">
                <a:tc>
                  <a:txBody>
                    <a:bodyPr/>
                    <a:lstStyle/>
                    <a:p>
                      <a:pPr algn="ctr"/>
                      <a:r>
                        <a:rPr lang="en-US" sz="1900">
                          <a:latin typeface="Amazon Ember" panose="02000000000000000000" pitchFamily="2" charset="0"/>
                        </a:rPr>
                        <a:t>ID</a:t>
                      </a:r>
                    </a:p>
                  </a:txBody>
                  <a:tcPr marL="121920" marR="121920" marT="60960" marB="60960" anchor="ctr">
                    <a:solidFill>
                      <a:schemeClr val="accent4">
                        <a:lumMod val="75000"/>
                      </a:schemeClr>
                    </a:solidFill>
                  </a:tcPr>
                </a:tc>
                <a:tc>
                  <a:txBody>
                    <a:bodyPr/>
                    <a:lstStyle/>
                    <a:p>
                      <a:pPr algn="ctr"/>
                      <a:r>
                        <a:rPr lang="en-US" sz="1900">
                          <a:latin typeface="Amazon Ember" panose="02000000000000000000" pitchFamily="2" charset="0"/>
                        </a:rPr>
                        <a:t>Port</a:t>
                      </a:r>
                      <a:r>
                        <a:rPr lang="en-US" sz="1900" baseline="0">
                          <a:latin typeface="Amazon Ember" panose="02000000000000000000" pitchFamily="2" charset="0"/>
                        </a:rPr>
                        <a:t> Range</a:t>
                      </a:r>
                      <a:endParaRPr lang="en-US" sz="1900">
                        <a:latin typeface="Amazon Ember" panose="02000000000000000000" pitchFamily="2" charset="0"/>
                      </a:endParaRPr>
                    </a:p>
                  </a:txBody>
                  <a:tcPr marL="121920" marR="121920" marT="60960" marB="60960" anchor="ctr">
                    <a:solidFill>
                      <a:schemeClr val="accent4">
                        <a:lumMod val="75000"/>
                      </a:schemeClr>
                    </a:solidFill>
                  </a:tcPr>
                </a:tc>
                <a:tc>
                  <a:txBody>
                    <a:bodyPr/>
                    <a:lstStyle/>
                    <a:p>
                      <a:pPr algn="ctr"/>
                      <a:r>
                        <a:rPr lang="en-US" sz="1900">
                          <a:latin typeface="Amazon Ember" panose="02000000000000000000" pitchFamily="2" charset="0"/>
                        </a:rPr>
                        <a:t>Source</a:t>
                      </a:r>
                    </a:p>
                  </a:txBody>
                  <a:tcPr marL="121920" marR="121920" marT="60960" marB="60960" anchor="ctr">
                    <a:solidFill>
                      <a:schemeClr val="accent4">
                        <a:lumMod val="75000"/>
                      </a:schemeClr>
                    </a:solidFill>
                  </a:tcPr>
                </a:tc>
                <a:extLst>
                  <a:ext uri="{0D108BD9-81ED-4DB2-BD59-A6C34878D82A}">
                    <a16:rowId xmlns:a16="http://schemas.microsoft.com/office/drawing/2014/main" val="10000"/>
                  </a:ext>
                </a:extLst>
              </a:tr>
              <a:tr h="494453">
                <a:tc>
                  <a:txBody>
                    <a:bodyPr/>
                    <a:lstStyle/>
                    <a:p>
                      <a:pPr algn="ctr"/>
                      <a:r>
                        <a:rPr lang="en-US" sz="1900" kern="1200">
                          <a:effectLst/>
                          <a:latin typeface="Amazon Ember" panose="02000000000000000000" pitchFamily="2" charset="0"/>
                        </a:rPr>
                        <a:t>sg-dfc83cba</a:t>
                      </a:r>
                      <a:endParaRPr lang="en-US" sz="1900" b="0">
                        <a:latin typeface="Amazon Ember" panose="02000000000000000000" pitchFamily="2" charset="0"/>
                      </a:endParaRPr>
                    </a:p>
                  </a:txBody>
                  <a:tcPr marL="121920" marR="121920" marT="60960" marB="60960" anchor="ctr"/>
                </a:tc>
                <a:tc>
                  <a:txBody>
                    <a:bodyPr/>
                    <a:lstStyle/>
                    <a:p>
                      <a:pPr algn="ctr"/>
                      <a:r>
                        <a:rPr lang="en-US" sz="1900">
                          <a:latin typeface="Amazon Ember" panose="02000000000000000000" pitchFamily="2" charset="0"/>
                        </a:rPr>
                        <a:t>80 (HTTP)</a:t>
                      </a:r>
                    </a:p>
                  </a:txBody>
                  <a:tcPr marL="121920" marR="121920" marT="60960" marB="60960" anchor="ctr"/>
                </a:tc>
                <a:tc>
                  <a:txBody>
                    <a:bodyPr/>
                    <a:lstStyle/>
                    <a:p>
                      <a:pPr algn="ctr"/>
                      <a:r>
                        <a:rPr lang="en-US" sz="1900">
                          <a:latin typeface="Amazon Ember" panose="02000000000000000000" pitchFamily="2" charset="0"/>
                        </a:rPr>
                        <a:t>0.0.0.0/0</a:t>
                      </a:r>
                    </a:p>
                  </a:txBody>
                  <a:tcPr marL="121920" marR="121920" marT="60960" marB="60960" anchor="ctr"/>
                </a:tc>
                <a:extLst>
                  <a:ext uri="{0D108BD9-81ED-4DB2-BD59-A6C34878D82A}">
                    <a16:rowId xmlns:a16="http://schemas.microsoft.com/office/drawing/2014/main" val="10001"/>
                  </a:ext>
                </a:extLst>
              </a:tr>
            </a:tbl>
          </a:graphicData>
        </a:graphic>
      </p:graphicFrame>
      <p:graphicFrame>
        <p:nvGraphicFramePr>
          <p:cNvPr id="29" name="Table 28"/>
          <p:cNvGraphicFramePr>
            <a:graphicFrameLocks noGrp="1"/>
          </p:cNvGraphicFramePr>
          <p:nvPr>
            <p:extLst>
              <p:ext uri="{D42A27DB-BD31-4B8C-83A1-F6EECF244321}">
                <p14:modId xmlns:p14="http://schemas.microsoft.com/office/powerpoint/2010/main" val="3321277497"/>
              </p:ext>
            </p:extLst>
          </p:nvPr>
        </p:nvGraphicFramePr>
        <p:xfrm>
          <a:off x="3559732" y="3678979"/>
          <a:ext cx="6079568" cy="905933"/>
        </p:xfrm>
        <a:graphic>
          <a:graphicData uri="http://schemas.openxmlformats.org/drawingml/2006/table">
            <a:tbl>
              <a:tblPr firstRow="1" bandRow="1">
                <a:tableStyleId>{7DF18680-E054-41AD-8BC1-D1AEF772440D}</a:tableStyleId>
              </a:tblPr>
              <a:tblGrid>
                <a:gridCol w="2249025">
                  <a:extLst>
                    <a:ext uri="{9D8B030D-6E8A-4147-A177-3AD203B41FA5}">
                      <a16:colId xmlns:a16="http://schemas.microsoft.com/office/drawing/2014/main" val="20000"/>
                    </a:ext>
                  </a:extLst>
                </a:gridCol>
                <a:gridCol w="1826971">
                  <a:extLst>
                    <a:ext uri="{9D8B030D-6E8A-4147-A177-3AD203B41FA5}">
                      <a16:colId xmlns:a16="http://schemas.microsoft.com/office/drawing/2014/main" val="20001"/>
                    </a:ext>
                  </a:extLst>
                </a:gridCol>
                <a:gridCol w="2003572">
                  <a:extLst>
                    <a:ext uri="{9D8B030D-6E8A-4147-A177-3AD203B41FA5}">
                      <a16:colId xmlns:a16="http://schemas.microsoft.com/office/drawing/2014/main" val="20002"/>
                    </a:ext>
                  </a:extLst>
                </a:gridCol>
              </a:tblGrid>
              <a:tr h="406400">
                <a:tc>
                  <a:txBody>
                    <a:bodyPr/>
                    <a:lstStyle/>
                    <a:p>
                      <a:pPr marL="0" algn="ctr" defTabSz="914400" rtl="0" eaLnBrk="1" latinLnBrk="0" hangingPunct="1"/>
                      <a:r>
                        <a:rPr lang="en-US" sz="1900" kern="1200">
                          <a:latin typeface="Amazon Ember" panose="02000000000000000000" pitchFamily="2" charset="0"/>
                        </a:rPr>
                        <a:t>ID</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tc>
                  <a:txBody>
                    <a:bodyPr/>
                    <a:lstStyle/>
                    <a:p>
                      <a:pPr marL="0" algn="ctr" defTabSz="914400" rtl="0" eaLnBrk="1" latinLnBrk="0" hangingPunct="1"/>
                      <a:r>
                        <a:rPr lang="en-US" sz="1900" kern="1200">
                          <a:latin typeface="Amazon Ember" panose="02000000000000000000" pitchFamily="2" charset="0"/>
                        </a:rPr>
                        <a:t>Port Range</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tc>
                  <a:txBody>
                    <a:bodyPr/>
                    <a:lstStyle/>
                    <a:p>
                      <a:pPr marL="0" algn="ctr" defTabSz="914400" rtl="0" eaLnBrk="1" latinLnBrk="0" hangingPunct="1"/>
                      <a:r>
                        <a:rPr lang="en-US" sz="1900" kern="1200">
                          <a:latin typeface="Amazon Ember" panose="02000000000000000000" pitchFamily="2" charset="0"/>
                        </a:rPr>
                        <a:t>Source</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extLst>
                  <a:ext uri="{0D108BD9-81ED-4DB2-BD59-A6C34878D82A}">
                    <a16:rowId xmlns:a16="http://schemas.microsoft.com/office/drawing/2014/main" val="10000"/>
                  </a:ext>
                </a:extLst>
              </a:tr>
              <a:tr h="494453">
                <a:tc>
                  <a:txBody>
                    <a:bodyPr/>
                    <a:lstStyle/>
                    <a:p>
                      <a:pPr algn="ctr"/>
                      <a:r>
                        <a:rPr lang="en-US" sz="1900" kern="1200">
                          <a:effectLst/>
                          <a:latin typeface="Amazon Ember" panose="02000000000000000000" pitchFamily="2" charset="0"/>
                        </a:rPr>
                        <a:t>sg-4ad3712f</a:t>
                      </a:r>
                      <a:endParaRPr lang="en-US" sz="1900" b="1">
                        <a:solidFill>
                          <a:srgbClr val="0070C0"/>
                        </a:solidFill>
                        <a:latin typeface="Amazon Ember" panose="02000000000000000000" pitchFamily="2" charset="0"/>
                      </a:endParaRPr>
                    </a:p>
                  </a:txBody>
                  <a:tcPr marL="121920" marR="121920" marT="60960" marB="60960" anchor="ctr"/>
                </a:tc>
                <a:tc>
                  <a:txBody>
                    <a:bodyPr/>
                    <a:lstStyle/>
                    <a:p>
                      <a:pPr algn="ctr"/>
                      <a:r>
                        <a:rPr lang="en-US" sz="1900">
                          <a:latin typeface="Amazon Ember" panose="02000000000000000000" pitchFamily="2" charset="0"/>
                        </a:rPr>
                        <a:t>22</a:t>
                      </a:r>
                      <a:r>
                        <a:rPr lang="en-US" sz="1900" baseline="0">
                          <a:latin typeface="Amazon Ember" panose="02000000000000000000" pitchFamily="2" charset="0"/>
                        </a:rPr>
                        <a:t> (SSH)</a:t>
                      </a:r>
                      <a:endParaRPr lang="en-US" sz="1900">
                        <a:latin typeface="Amazon Ember" panose="02000000000000000000" pitchFamily="2" charset="0"/>
                      </a:endParaRPr>
                    </a:p>
                  </a:txBody>
                  <a:tcPr marL="121920" marR="121920" marT="60960" marB="60960" anchor="ctr"/>
                </a:tc>
                <a:tc>
                  <a:txBody>
                    <a:bodyPr/>
                    <a:lstStyle/>
                    <a:p>
                      <a:pPr algn="ctr"/>
                      <a:r>
                        <a:rPr lang="en-US" sz="1900">
                          <a:latin typeface="Amazon Ember" panose="02000000000000000000" pitchFamily="2" charset="0"/>
                        </a:rPr>
                        <a:t>10.50.2.133/32</a:t>
                      </a:r>
                    </a:p>
                  </a:txBody>
                  <a:tcPr marL="121920" marR="121920" marT="60960" marB="60960" anchor="ctr"/>
                </a:tc>
                <a:extLst>
                  <a:ext uri="{0D108BD9-81ED-4DB2-BD59-A6C34878D82A}">
                    <a16:rowId xmlns:a16="http://schemas.microsoft.com/office/drawing/2014/main" val="10001"/>
                  </a:ext>
                </a:extLst>
              </a:tr>
            </a:tbl>
          </a:graphicData>
        </a:graphic>
      </p:graphicFrame>
      <p:sp>
        <p:nvSpPr>
          <p:cNvPr id="30" name="Content Placeholder 2"/>
          <p:cNvSpPr txBox="1">
            <a:spLocks/>
          </p:cNvSpPr>
          <p:nvPr/>
        </p:nvSpPr>
        <p:spPr>
          <a:xfrm>
            <a:off x="3999836" y="5020152"/>
            <a:ext cx="8782714" cy="878465"/>
          </a:xfrm>
          <a:prstGeom prst="rect">
            <a:avLst/>
          </a:prstGeom>
        </p:spPr>
        <p:txBody>
          <a:bodyPr vert="horz" lIns="121920" tIns="60960" rIns="121920" bIns="60960" rtlCol="0">
            <a:normAutofit/>
          </a:bodyPr>
          <a:lstStyle>
            <a:lvl1pPr marL="342900" indent="-342900" algn="l" defTabSz="457200" rtl="0" eaLnBrk="1" latinLnBrk="0" hangingPunct="1">
              <a:spcBef>
                <a:spcPct val="20000"/>
              </a:spcBef>
              <a:buFontTx/>
              <a:buBlip>
                <a:blip r:embed="rId4"/>
              </a:buBlip>
              <a:defRPr sz="2400" b="0" i="0" kern="1200">
                <a:solidFill>
                  <a:schemeClr val="tx1"/>
                </a:solidFill>
                <a:latin typeface="Arial"/>
                <a:ea typeface="+mn-ea"/>
                <a:cs typeface="Arial"/>
              </a:defRPr>
            </a:lvl1pPr>
            <a:lvl2pPr marL="742950" indent="-285750" algn="l" defTabSz="457200" rtl="0" eaLnBrk="1" latinLnBrk="0" hangingPunct="1">
              <a:spcBef>
                <a:spcPct val="20000"/>
              </a:spcBef>
              <a:buClr>
                <a:schemeClr val="accent1"/>
              </a:buClr>
              <a:buFont typeface="Wingdings" panose="05000000000000000000" pitchFamily="2" charset="2"/>
              <a:buChar char="Ø"/>
              <a:defRPr sz="2000" b="0" i="0" kern="1200">
                <a:solidFill>
                  <a:schemeClr val="tx1"/>
                </a:solidFill>
                <a:latin typeface="Arial"/>
                <a:ea typeface="+mn-ea"/>
                <a:cs typeface="Arial"/>
              </a:defRPr>
            </a:lvl2pPr>
            <a:lvl3pPr marL="1143000" indent="-228600" algn="l" defTabSz="457200" rtl="0" eaLnBrk="1" latinLnBrk="0" hangingPunct="1">
              <a:spcBef>
                <a:spcPct val="20000"/>
              </a:spcBef>
              <a:buClr>
                <a:schemeClr val="accent1"/>
              </a:buClr>
              <a:buFont typeface="Arial"/>
              <a:buChar char="•"/>
              <a:defRPr sz="1800" b="0" i="0" kern="1200">
                <a:solidFill>
                  <a:schemeClr val="tx1"/>
                </a:solidFill>
                <a:latin typeface="Arial"/>
                <a:ea typeface="+mn-ea"/>
                <a:cs typeface="Arial"/>
              </a:defRPr>
            </a:lvl3pPr>
            <a:lvl4pPr marL="1371600" indent="0" algn="l" defTabSz="457200" rtl="0" eaLnBrk="1" latinLnBrk="0" hangingPunct="1">
              <a:spcBef>
                <a:spcPct val="20000"/>
              </a:spcBef>
              <a:buFont typeface="Arial"/>
              <a:buNone/>
              <a:defRPr sz="1600" b="0" i="0" kern="1200">
                <a:solidFill>
                  <a:srgbClr val="595A5D"/>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atin typeface="Amazon Ember" panose="02000000000000000000" pitchFamily="2" charset="0"/>
                <a:ea typeface="Amazon Ember" panose="02000000000000000000" pitchFamily="2" charset="0"/>
                <a:cs typeface="Amazon Ember Light" charset="0"/>
              </a:rPr>
              <a:t>Allow SSH access from </a:t>
            </a:r>
            <a:r>
              <a:rPr lang="en-US" b="1">
                <a:solidFill>
                  <a:schemeClr val="accent6">
                    <a:lumMod val="75000"/>
                  </a:schemeClr>
                </a:solidFill>
                <a:latin typeface="Amazon Ember" panose="02000000000000000000" pitchFamily="2" charset="0"/>
                <a:ea typeface="Amazon Ember" panose="02000000000000000000" pitchFamily="2" charset="0"/>
                <a:cs typeface="Amazon Ember Light" charset="0"/>
              </a:rPr>
              <a:t>members of a security group</a:t>
            </a:r>
            <a:r>
              <a:rPr lang="en-US">
                <a:latin typeface="Amazon Ember" panose="02000000000000000000" pitchFamily="2" charset="0"/>
                <a:ea typeface="Amazon Ember" panose="02000000000000000000" pitchFamily="2" charset="0"/>
                <a:cs typeface="Amazon Ember Light" charset="0"/>
              </a:rPr>
              <a:t>:</a:t>
            </a:r>
          </a:p>
        </p:txBody>
      </p:sp>
      <p:graphicFrame>
        <p:nvGraphicFramePr>
          <p:cNvPr id="31" name="Table 30"/>
          <p:cNvGraphicFramePr>
            <a:graphicFrameLocks noGrp="1"/>
          </p:cNvGraphicFramePr>
          <p:nvPr>
            <p:extLst>
              <p:ext uri="{D42A27DB-BD31-4B8C-83A1-F6EECF244321}">
                <p14:modId xmlns:p14="http://schemas.microsoft.com/office/powerpoint/2010/main" val="717461312"/>
              </p:ext>
            </p:extLst>
          </p:nvPr>
        </p:nvGraphicFramePr>
        <p:xfrm>
          <a:off x="5835748" y="5490913"/>
          <a:ext cx="6032402" cy="905933"/>
        </p:xfrm>
        <a:graphic>
          <a:graphicData uri="http://schemas.openxmlformats.org/drawingml/2006/table">
            <a:tbl>
              <a:tblPr firstRow="1" bandRow="1">
                <a:tableStyleId>{93296810-A885-4BE3-A3E7-6D5BEEA58F35}</a:tableStyleId>
              </a:tblPr>
              <a:tblGrid>
                <a:gridCol w="2231577">
                  <a:extLst>
                    <a:ext uri="{9D8B030D-6E8A-4147-A177-3AD203B41FA5}">
                      <a16:colId xmlns:a16="http://schemas.microsoft.com/office/drawing/2014/main" val="20000"/>
                    </a:ext>
                  </a:extLst>
                </a:gridCol>
                <a:gridCol w="1812797">
                  <a:extLst>
                    <a:ext uri="{9D8B030D-6E8A-4147-A177-3AD203B41FA5}">
                      <a16:colId xmlns:a16="http://schemas.microsoft.com/office/drawing/2014/main" val="20001"/>
                    </a:ext>
                  </a:extLst>
                </a:gridCol>
                <a:gridCol w="1988028">
                  <a:extLst>
                    <a:ext uri="{9D8B030D-6E8A-4147-A177-3AD203B41FA5}">
                      <a16:colId xmlns:a16="http://schemas.microsoft.com/office/drawing/2014/main" val="20002"/>
                    </a:ext>
                  </a:extLst>
                </a:gridCol>
              </a:tblGrid>
              <a:tr h="406400">
                <a:tc>
                  <a:txBody>
                    <a:bodyPr/>
                    <a:lstStyle/>
                    <a:p>
                      <a:pPr marL="0" algn="ctr" defTabSz="914400" rtl="0" eaLnBrk="1" latinLnBrk="0" hangingPunct="1"/>
                      <a:r>
                        <a:rPr lang="en-US" sz="1900" kern="1200">
                          <a:latin typeface="Amazon Ember" panose="02000000000000000000" pitchFamily="2" charset="0"/>
                        </a:rPr>
                        <a:t>ID</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tc>
                  <a:txBody>
                    <a:bodyPr/>
                    <a:lstStyle/>
                    <a:p>
                      <a:pPr marL="0" algn="ctr" defTabSz="914400" rtl="0" eaLnBrk="1" latinLnBrk="0" hangingPunct="1"/>
                      <a:r>
                        <a:rPr lang="en-US" sz="1900" kern="1200">
                          <a:latin typeface="Amazon Ember" panose="02000000000000000000" pitchFamily="2" charset="0"/>
                        </a:rPr>
                        <a:t>Port Range</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tc>
                  <a:txBody>
                    <a:bodyPr/>
                    <a:lstStyle/>
                    <a:p>
                      <a:pPr marL="0" algn="ctr" defTabSz="914400" rtl="0" eaLnBrk="1" latinLnBrk="0" hangingPunct="1"/>
                      <a:r>
                        <a:rPr lang="en-US" sz="1900" kern="1200">
                          <a:latin typeface="Amazon Ember" panose="02000000000000000000" pitchFamily="2" charset="0"/>
                        </a:rPr>
                        <a:t>Source</a:t>
                      </a:r>
                      <a:endParaRPr lang="en-US" sz="1900" b="1" kern="1200">
                        <a:solidFill>
                          <a:schemeClr val="lt1"/>
                        </a:solidFill>
                        <a:latin typeface="Amazon Ember" panose="02000000000000000000" pitchFamily="2" charset="0"/>
                        <a:ea typeface="+mn-ea"/>
                        <a:cs typeface="+mn-cs"/>
                      </a:endParaRPr>
                    </a:p>
                  </a:txBody>
                  <a:tcPr marL="121920" marR="121920" marT="60960" marB="60960" anchor="ctr"/>
                </a:tc>
                <a:extLst>
                  <a:ext uri="{0D108BD9-81ED-4DB2-BD59-A6C34878D82A}">
                    <a16:rowId xmlns:a16="http://schemas.microsoft.com/office/drawing/2014/main" val="10000"/>
                  </a:ext>
                </a:extLst>
              </a:tr>
              <a:tr h="494453">
                <a:tc>
                  <a:txBody>
                    <a:bodyPr/>
                    <a:lstStyle/>
                    <a:p>
                      <a:pPr algn="ctr"/>
                      <a:r>
                        <a:rPr lang="en-US" sz="1900" kern="1200">
                          <a:effectLst/>
                          <a:latin typeface="Amazon Ember" panose="02000000000000000000" pitchFamily="2" charset="0"/>
                        </a:rPr>
                        <a:t>sg-d1cd6fb4</a:t>
                      </a:r>
                      <a:endParaRPr lang="en-US" sz="1900" b="0">
                        <a:latin typeface="Amazon Ember" panose="02000000000000000000" pitchFamily="2" charset="0"/>
                      </a:endParaRPr>
                    </a:p>
                  </a:txBody>
                  <a:tcPr marL="121920" marR="121920" marT="60960" marB="60960" anchor="ctr"/>
                </a:tc>
                <a:tc>
                  <a:txBody>
                    <a:bodyPr/>
                    <a:lstStyle/>
                    <a:p>
                      <a:pPr algn="ctr"/>
                      <a:r>
                        <a:rPr lang="en-US" sz="1900">
                          <a:latin typeface="Amazon Ember" panose="02000000000000000000" pitchFamily="2" charset="0"/>
                        </a:rPr>
                        <a:t>22</a:t>
                      </a:r>
                      <a:r>
                        <a:rPr lang="en-US" sz="1900" baseline="0">
                          <a:latin typeface="Amazon Ember" panose="02000000000000000000" pitchFamily="2" charset="0"/>
                        </a:rPr>
                        <a:t> (SSH)</a:t>
                      </a:r>
                      <a:endParaRPr lang="en-US" sz="1900">
                        <a:latin typeface="Amazon Ember" panose="02000000000000000000" pitchFamily="2" charset="0"/>
                      </a:endParaRPr>
                    </a:p>
                  </a:txBody>
                  <a:tcPr marL="121920" marR="121920" marT="60960" marB="60960" anchor="ctr"/>
                </a:tc>
                <a:tc>
                  <a:txBody>
                    <a:bodyPr/>
                    <a:lstStyle/>
                    <a:p>
                      <a:pPr marL="0" algn="ctr" defTabSz="914400" rtl="0" eaLnBrk="1" latinLnBrk="0" hangingPunct="1"/>
                      <a:r>
                        <a:rPr lang="en-US" sz="1900" kern="1200">
                          <a:effectLst/>
                          <a:latin typeface="Amazon Ember" panose="02000000000000000000" pitchFamily="2" charset="0"/>
                        </a:rPr>
                        <a:t>sg-4ad3712f</a:t>
                      </a:r>
                      <a:endParaRPr lang="en-US" sz="1900" b="1" i="0" kern="1200">
                        <a:solidFill>
                          <a:schemeClr val="tx1"/>
                        </a:solidFill>
                        <a:effectLst/>
                        <a:latin typeface="Amazon Ember" panose="02000000000000000000" pitchFamily="2" charset="0"/>
                        <a:ea typeface="+mn-ea"/>
                        <a:cs typeface="+mn-cs"/>
                      </a:endParaRPr>
                    </a:p>
                  </a:txBody>
                  <a:tcPr marL="121920" marR="121920" marT="60960" marB="60960" anchor="ctr"/>
                </a:tc>
                <a:extLst>
                  <a:ext uri="{0D108BD9-81ED-4DB2-BD59-A6C34878D82A}">
                    <a16:rowId xmlns:a16="http://schemas.microsoft.com/office/drawing/2014/main" val="10001"/>
                  </a:ext>
                </a:extLst>
              </a:tr>
            </a:tbl>
          </a:graphicData>
        </a:graphic>
      </p:graphicFrame>
      <p:sp>
        <p:nvSpPr>
          <p:cNvPr id="14" name="Title 1"/>
          <p:cNvSpPr>
            <a:spLocks noGrp="1"/>
          </p:cNvSpPr>
          <p:nvPr>
            <p:ph type="title"/>
          </p:nvPr>
        </p:nvSpPr>
        <p:spPr/>
        <p:txBody>
          <a:bodyPr/>
          <a:lstStyle/>
          <a:p>
            <a:r>
              <a:rPr lang="en-US" b="1"/>
              <a:t>Security groups: Examples</a:t>
            </a:r>
          </a:p>
        </p:txBody>
      </p:sp>
      <p:sp>
        <p:nvSpPr>
          <p:cNvPr id="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50763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Instance profile</a:t>
            </a:r>
          </a:p>
        </p:txBody>
      </p:sp>
      <p:sp>
        <p:nvSpPr>
          <p:cNvPr id="3" name="Content Placeholder 2"/>
          <p:cNvSpPr>
            <a:spLocks noGrp="1"/>
          </p:cNvSpPr>
          <p:nvPr>
            <p:ph idx="1"/>
          </p:nvPr>
        </p:nvSpPr>
        <p:spPr/>
        <p:txBody>
          <a:bodyPr/>
          <a:lstStyle/>
          <a:p>
            <a:r>
              <a:rPr lang="en-US"/>
              <a:t>Avoid storing access key and secret key locally on EC2</a:t>
            </a:r>
          </a:p>
          <a:p>
            <a:r>
              <a:rPr lang="en-US"/>
              <a:t>Allows you to attach an IAM role to an EC2 instance</a:t>
            </a:r>
          </a:p>
          <a:p>
            <a:r>
              <a:rPr lang="en-US"/>
              <a:t>Automatic propagation of access keys to instances</a:t>
            </a:r>
          </a:p>
          <a:p>
            <a:pPr lvl="1"/>
            <a:r>
              <a:rPr lang="en-US"/>
              <a:t>Automatic rotation of access keys multiple times daily</a:t>
            </a:r>
          </a:p>
          <a:p>
            <a:pPr lvl="1"/>
            <a:r>
              <a:rPr lang="en-US"/>
              <a:t>Use across multiple instances (e.g., Auto Scaling group)</a:t>
            </a:r>
          </a:p>
          <a:p>
            <a:pPr marL="285750" lvl="1" indent="0">
              <a:buNone/>
            </a:pPr>
            <a:endParaRPr lang="en-US"/>
          </a:p>
          <a:p>
            <a:pPr marL="0" lvl="1" indent="0">
              <a:spcBef>
                <a:spcPts val="1000"/>
              </a:spcBef>
              <a:buNone/>
            </a:pPr>
            <a:r>
              <a:rPr lang="en-US" sz="2800" b="1"/>
              <a:t>Example: </a:t>
            </a:r>
            <a:r>
              <a:rPr lang="en-US" sz="2800"/>
              <a:t>Grant EC2 instances permission to access the Amazon S3 buckets where application data is stored.</a:t>
            </a:r>
          </a:p>
        </p:txBody>
      </p:sp>
      <p:grpSp>
        <p:nvGrpSpPr>
          <p:cNvPr id="4" name="Group 3"/>
          <p:cNvGrpSpPr/>
          <p:nvPr/>
        </p:nvGrpSpPr>
        <p:grpSpPr>
          <a:xfrm>
            <a:off x="419100" y="5077401"/>
            <a:ext cx="11772899" cy="1613911"/>
            <a:chOff x="419100" y="5077401"/>
            <a:chExt cx="11772899" cy="1613911"/>
          </a:xfrm>
        </p:grpSpPr>
        <p:sp>
          <p:nvSpPr>
            <p:cNvPr id="7" name="Straight Connector 6"/>
            <p:cNvSpPr/>
            <p:nvPr/>
          </p:nvSpPr>
          <p:spPr>
            <a:xfrm>
              <a:off x="419100" y="6382105"/>
              <a:ext cx="11772899" cy="0"/>
            </a:xfrm>
            <a:prstGeom prst="line">
              <a:avLst/>
            </a:prstGeom>
            <a:ln>
              <a:solidFill>
                <a:srgbClr val="0070C0"/>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8" name="Freeform 7"/>
            <p:cNvSpPr/>
            <p:nvPr/>
          </p:nvSpPr>
          <p:spPr>
            <a:xfrm>
              <a:off x="3086575" y="5077401"/>
              <a:ext cx="8711946" cy="1613911"/>
            </a:xfrm>
            <a:custGeom>
              <a:avLst/>
              <a:gdLst>
                <a:gd name="connsiteX0" fmla="*/ 0 w 8711946"/>
                <a:gd name="connsiteY0" fmla="*/ 0 h 1613911"/>
                <a:gd name="connsiteX1" fmla="*/ 8711946 w 8711946"/>
                <a:gd name="connsiteY1" fmla="*/ 0 h 1613911"/>
                <a:gd name="connsiteX2" fmla="*/ 8711946 w 8711946"/>
                <a:gd name="connsiteY2" fmla="*/ 1613911 h 1613911"/>
                <a:gd name="connsiteX3" fmla="*/ 0 w 8711946"/>
                <a:gd name="connsiteY3" fmla="*/ 1613911 h 1613911"/>
                <a:gd name="connsiteX4" fmla="*/ 0 w 8711946"/>
                <a:gd name="connsiteY4" fmla="*/ 0 h 1613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1946" h="1613911">
                  <a:moveTo>
                    <a:pt x="0" y="0"/>
                  </a:moveTo>
                  <a:lnTo>
                    <a:pt x="8711946" y="0"/>
                  </a:lnTo>
                  <a:lnTo>
                    <a:pt x="8711946" y="1613911"/>
                  </a:lnTo>
                  <a:lnTo>
                    <a:pt x="0" y="1613911"/>
                  </a:lnTo>
                  <a:lnTo>
                    <a:pt x="0" y="0"/>
                  </a:lnTo>
                  <a:close/>
                </a:path>
              </a:pathLst>
            </a:custGeom>
            <a:ln>
              <a:noFill/>
            </a:ln>
          </p:spPr>
          <p:style>
            <a:lnRef idx="0">
              <a:scrgbClr r="0" g="0" b="0"/>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45720" tIns="45720" rIns="45720" bIns="45720" numCol="1" spcCol="1270" anchor="ctr" anchorCtr="0">
              <a:noAutofit/>
            </a:bodyPr>
            <a:lstStyle/>
            <a:p>
              <a:pPr lvl="0" algn="ctr" defTabSz="1066800">
                <a:lnSpc>
                  <a:spcPct val="90000"/>
                </a:lnSpc>
                <a:spcBef>
                  <a:spcPct val="0"/>
                </a:spcBef>
                <a:spcAft>
                  <a:spcPct val="35000"/>
                </a:spcAft>
              </a:pPr>
              <a:r>
                <a:rPr lang="en-US" sz="2400" b="1" kern="1200">
                  <a:solidFill>
                    <a:srgbClr val="0070C0"/>
                  </a:solidFill>
                </a:rPr>
                <a:t>Do not store permanent access keys on EC2 instances,</a:t>
              </a:r>
              <a:br>
                <a:rPr lang="en-US" sz="2400" b="1" kern="1200">
                  <a:solidFill>
                    <a:srgbClr val="0070C0"/>
                  </a:solidFill>
                </a:rPr>
              </a:br>
              <a:r>
                <a:rPr lang="en-US" sz="2400" b="1" kern="1200">
                  <a:solidFill>
                    <a:srgbClr val="0070C0"/>
                  </a:solidFill>
                </a:rPr>
                <a:t> because credentials could be compromised.</a:t>
              </a:r>
            </a:p>
          </p:txBody>
        </p:sp>
        <p:sp>
          <p:nvSpPr>
            <p:cNvPr id="9" name="Freeform 8"/>
            <p:cNvSpPr/>
            <p:nvPr/>
          </p:nvSpPr>
          <p:spPr>
            <a:xfrm>
              <a:off x="419100" y="5600076"/>
              <a:ext cx="3060954" cy="537391"/>
            </a:xfrm>
            <a:custGeom>
              <a:avLst/>
              <a:gdLst>
                <a:gd name="connsiteX0" fmla="*/ 89583 w 3060954"/>
                <a:gd name="connsiteY0" fmla="*/ 0 h 537391"/>
                <a:gd name="connsiteX1" fmla="*/ 2971371 w 3060954"/>
                <a:gd name="connsiteY1" fmla="*/ 0 h 537391"/>
                <a:gd name="connsiteX2" fmla="*/ 3060954 w 3060954"/>
                <a:gd name="connsiteY2" fmla="*/ 89583 h 537391"/>
                <a:gd name="connsiteX3" fmla="*/ 3060954 w 3060954"/>
                <a:gd name="connsiteY3" fmla="*/ 537391 h 537391"/>
                <a:gd name="connsiteX4" fmla="*/ 3060954 w 3060954"/>
                <a:gd name="connsiteY4" fmla="*/ 537391 h 537391"/>
                <a:gd name="connsiteX5" fmla="*/ 0 w 3060954"/>
                <a:gd name="connsiteY5" fmla="*/ 537391 h 537391"/>
                <a:gd name="connsiteX6" fmla="*/ 0 w 3060954"/>
                <a:gd name="connsiteY6" fmla="*/ 537391 h 537391"/>
                <a:gd name="connsiteX7" fmla="*/ 0 w 3060954"/>
                <a:gd name="connsiteY7" fmla="*/ 89583 h 537391"/>
                <a:gd name="connsiteX8" fmla="*/ 89583 w 3060954"/>
                <a:gd name="connsiteY8" fmla="*/ 0 h 537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60954" h="537391">
                  <a:moveTo>
                    <a:pt x="89583" y="0"/>
                  </a:moveTo>
                  <a:lnTo>
                    <a:pt x="2971371" y="0"/>
                  </a:lnTo>
                  <a:cubicBezTo>
                    <a:pt x="3020846" y="0"/>
                    <a:pt x="3060954" y="40108"/>
                    <a:pt x="3060954" y="89583"/>
                  </a:cubicBezTo>
                  <a:lnTo>
                    <a:pt x="3060954" y="537391"/>
                  </a:lnTo>
                  <a:lnTo>
                    <a:pt x="3060954" y="537391"/>
                  </a:lnTo>
                  <a:lnTo>
                    <a:pt x="0" y="537391"/>
                  </a:lnTo>
                  <a:lnTo>
                    <a:pt x="0" y="537391"/>
                  </a:lnTo>
                  <a:lnTo>
                    <a:pt x="0" y="89583"/>
                  </a:lnTo>
                  <a:cubicBezTo>
                    <a:pt x="0" y="40108"/>
                    <a:pt x="40108" y="0"/>
                    <a:pt x="89583" y="0"/>
                  </a:cubicBezTo>
                  <a:close/>
                </a:path>
              </a:pathLst>
            </a:custGeom>
            <a:solidFill>
              <a:srgbClr val="0070C0"/>
            </a:solidFill>
            <a:ln>
              <a:solidFill>
                <a:srgbClr val="0070C0"/>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9578" tIns="79578" rIns="79578" bIns="53340" numCol="1" spcCol="1270" anchor="ctr" anchorCtr="0">
              <a:noAutofit/>
            </a:bodyPr>
            <a:lstStyle/>
            <a:p>
              <a:pPr lvl="0" algn="ctr" defTabSz="1244600">
                <a:lnSpc>
                  <a:spcPct val="90000"/>
                </a:lnSpc>
                <a:spcBef>
                  <a:spcPct val="0"/>
                </a:spcBef>
                <a:spcAft>
                  <a:spcPct val="35000"/>
                </a:spcAft>
              </a:pPr>
              <a:r>
                <a:rPr lang="en-US" sz="2800" b="1" kern="1200"/>
                <a:t>Best Practice</a:t>
              </a:r>
            </a:p>
          </p:txBody>
        </p:sp>
      </p:grpSp>
      <p:sp>
        <p:nvSpPr>
          <p:cNvPr id="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5" name="Slide Number Placeholder 4"/>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13</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53403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Graphic 24">
            <a:extLst>
              <a:ext uri="{FF2B5EF4-FFF2-40B4-BE49-F238E27FC236}">
                <a16:creationId xmlns:a16="http://schemas.microsoft.com/office/drawing/2014/main" id="{DD01F647-5021-2945-A1F9-4FD26EC69AC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8906" y="2767896"/>
            <a:ext cx="1687371" cy="1687371"/>
          </a:xfrm>
          <a:prstGeom prst="rect">
            <a:avLst/>
          </a:prstGeom>
        </p:spPr>
      </p:pic>
      <p:sp>
        <p:nvSpPr>
          <p:cNvPr id="2" name="Title 1"/>
          <p:cNvSpPr>
            <a:spLocks noGrp="1"/>
          </p:cNvSpPr>
          <p:nvPr>
            <p:ph type="title"/>
          </p:nvPr>
        </p:nvSpPr>
        <p:spPr/>
        <p:txBody>
          <a:bodyPr/>
          <a:lstStyle/>
          <a:p>
            <a:r>
              <a:rPr lang="en-US" b="1"/>
              <a:t>Example of instance profile</a:t>
            </a:r>
          </a:p>
        </p:txBody>
      </p:sp>
      <p:sp>
        <p:nvSpPr>
          <p:cNvPr id="12" name="TextBox 11"/>
          <p:cNvSpPr txBox="1"/>
          <p:nvPr/>
        </p:nvSpPr>
        <p:spPr>
          <a:xfrm>
            <a:off x="9317620" y="4649137"/>
            <a:ext cx="2425786" cy="666977"/>
          </a:xfrm>
          <a:prstGeom prst="rect">
            <a:avLst/>
          </a:prstGeom>
          <a:noFill/>
        </p:spPr>
        <p:txBody>
          <a:bodyPr wrap="square" rtlCol="0">
            <a:spAutoFit/>
          </a:bodyPr>
          <a:lstStyle/>
          <a:p>
            <a:pPr algn="ctr"/>
            <a:r>
              <a:rPr lang="en-US" sz="1867" b="1">
                <a:latin typeface="Amazon Ember" panose="02000000000000000000" pitchFamily="2" charset="0"/>
                <a:ea typeface="Amazon Ember" panose="02000000000000000000" pitchFamily="2" charset="0"/>
                <a:cs typeface="Amazon Ember Light" panose="020B0403020204020204" pitchFamily="34" charset="0"/>
              </a:rPr>
              <a:t>Amazon S3 bucket </a:t>
            </a:r>
            <a:r>
              <a:rPr lang="en-US" sz="1867">
                <a:latin typeface="Amazon Ember" panose="02000000000000000000" pitchFamily="2" charset="0"/>
                <a:ea typeface="Amazon Ember" panose="02000000000000000000" pitchFamily="2" charset="0"/>
                <a:cs typeface="Amazon Ember Light" panose="020B0403020204020204" pitchFamily="34" charset="0"/>
              </a:rPr>
              <a:t>(mybucket)</a:t>
            </a:r>
          </a:p>
        </p:txBody>
      </p:sp>
      <p:cxnSp>
        <p:nvCxnSpPr>
          <p:cNvPr id="14" name="Straight Arrow Connector 13"/>
          <p:cNvCxnSpPr/>
          <p:nvPr/>
        </p:nvCxnSpPr>
        <p:spPr>
          <a:xfrm>
            <a:off x="2565400" y="3591660"/>
            <a:ext cx="2788535"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014969" y="4649137"/>
            <a:ext cx="4506732" cy="666977"/>
          </a:xfrm>
          <a:prstGeom prst="rect">
            <a:avLst/>
          </a:prstGeom>
          <a:noFill/>
        </p:spPr>
        <p:txBody>
          <a:bodyPr wrap="square" rtlCol="0">
            <a:spAutoFit/>
          </a:bodyPr>
          <a:lstStyle/>
          <a:p>
            <a:pPr algn="ctr"/>
            <a:r>
              <a:rPr lang="en-US" sz="1867" b="1">
                <a:latin typeface="Amazon Ember" panose="02000000000000000000" pitchFamily="2" charset="0"/>
                <a:ea typeface="Amazon Ember" panose="02000000000000000000" pitchFamily="2" charset="0"/>
                <a:cs typeface="Amazon Ember Light" panose="020B0403020204020204" pitchFamily="34" charset="0"/>
              </a:rPr>
              <a:t>IAM policy</a:t>
            </a:r>
            <a:br>
              <a:rPr lang="en-US" sz="1867">
                <a:latin typeface="Amazon Ember" panose="02000000000000000000" pitchFamily="2" charset="0"/>
                <a:ea typeface="Amazon Ember" panose="02000000000000000000" pitchFamily="2" charset="0"/>
                <a:cs typeface="Amazon Ember Light" panose="020B0403020204020204" pitchFamily="34" charset="0"/>
              </a:rPr>
            </a:br>
            <a:r>
              <a:rPr lang="en-US" sz="1867">
                <a:latin typeface="Amazon Ember" panose="02000000000000000000" pitchFamily="2" charset="0"/>
                <a:ea typeface="Amazon Ember" panose="02000000000000000000" pitchFamily="2" charset="0"/>
                <a:cs typeface="Amazon Ember Light" panose="020B0403020204020204" pitchFamily="34" charset="0"/>
              </a:rPr>
              <a:t>(MyS3Role permissions to bucket)</a:t>
            </a:r>
          </a:p>
        </p:txBody>
      </p:sp>
      <p:sp>
        <p:nvSpPr>
          <p:cNvPr id="17" name="TextBox 16"/>
          <p:cNvSpPr txBox="1"/>
          <p:nvPr/>
        </p:nvSpPr>
        <p:spPr>
          <a:xfrm>
            <a:off x="3081848" y="2808510"/>
            <a:ext cx="1886972" cy="666977"/>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cs typeface="Amazon Ember Light" panose="020B0403020204020204" pitchFamily="34" charset="0"/>
              </a:rPr>
              <a:t>Get file from mybucket</a:t>
            </a:r>
          </a:p>
        </p:txBody>
      </p:sp>
      <p:sp>
        <p:nvSpPr>
          <p:cNvPr id="18" name="TextBox 17"/>
          <p:cNvSpPr txBox="1"/>
          <p:nvPr/>
        </p:nvSpPr>
        <p:spPr>
          <a:xfrm>
            <a:off x="256699" y="4649137"/>
            <a:ext cx="3311822" cy="954300"/>
          </a:xfrm>
          <a:prstGeom prst="rect">
            <a:avLst/>
          </a:prstGeom>
          <a:noFill/>
        </p:spPr>
        <p:txBody>
          <a:bodyPr wrap="square" rtlCol="0">
            <a:spAutoFit/>
          </a:bodyPr>
          <a:lstStyle/>
          <a:p>
            <a:pPr algn="ctr"/>
            <a:r>
              <a:rPr lang="en-US" sz="1867" b="1">
                <a:latin typeface="Amazon Ember" panose="02000000000000000000" pitchFamily="2" charset="0"/>
                <a:ea typeface="Amazon Ember" panose="02000000000000000000" pitchFamily="2" charset="0"/>
                <a:cs typeface="Amazon Ember Light" panose="020B0403020204020204" pitchFamily="34" charset="0"/>
              </a:rPr>
              <a:t>Amazon EC2 instance</a:t>
            </a:r>
            <a:br>
              <a:rPr lang="en-US" sz="1867">
                <a:latin typeface="Amazon Ember" panose="02000000000000000000" pitchFamily="2" charset="0"/>
                <a:ea typeface="Amazon Ember" panose="02000000000000000000" pitchFamily="2" charset="0"/>
                <a:cs typeface="Amazon Ember Light" panose="020B0403020204020204" pitchFamily="34" charset="0"/>
              </a:rPr>
            </a:br>
            <a:r>
              <a:rPr lang="en-US" sz="1867">
                <a:latin typeface="Amazon Ember" panose="02000000000000000000" pitchFamily="2" charset="0"/>
                <a:ea typeface="Amazon Ember" panose="02000000000000000000" pitchFamily="2" charset="0"/>
                <a:cs typeface="Amazon Ember Light" panose="020B0403020204020204" pitchFamily="34" charset="0"/>
              </a:rPr>
              <a:t>(with the MyS3Role role attached)</a:t>
            </a:r>
          </a:p>
        </p:txBody>
      </p:sp>
      <p:cxnSp>
        <p:nvCxnSpPr>
          <p:cNvPr id="19" name="Straight Arrow Connector 18"/>
          <p:cNvCxnSpPr/>
          <p:nvPr/>
        </p:nvCxnSpPr>
        <p:spPr>
          <a:xfrm>
            <a:off x="7101308" y="3591659"/>
            <a:ext cx="2842792" cy="0"/>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454019" y="2834289"/>
            <a:ext cx="1886972" cy="666977"/>
          </a:xfrm>
          <a:prstGeom prst="rect">
            <a:avLst/>
          </a:prstGeom>
          <a:noFill/>
        </p:spPr>
        <p:txBody>
          <a:bodyPr wrap="square" rtlCol="0">
            <a:spAutoFit/>
          </a:bodyPr>
          <a:lstStyle/>
          <a:p>
            <a:pPr algn="ctr"/>
            <a:r>
              <a:rPr lang="en-US" sz="1867">
                <a:latin typeface="Amazon Ember" panose="02000000000000000000" pitchFamily="2" charset="0"/>
                <a:ea typeface="Amazon Ember" panose="02000000000000000000" pitchFamily="2" charset="0"/>
                <a:cs typeface="Amazon Ember Light" panose="020B0403020204020204" pitchFamily="34" charset="0"/>
              </a:rPr>
              <a:t>Yes: allow access</a:t>
            </a:r>
          </a:p>
        </p:txBody>
      </p:sp>
      <p:sp>
        <p:nvSpPr>
          <p:cNvPr id="6" name="TextBox 5"/>
          <p:cNvSpPr txBox="1"/>
          <p:nvPr/>
        </p:nvSpPr>
        <p:spPr>
          <a:xfrm>
            <a:off x="1078111" y="3673163"/>
            <a:ext cx="1088760" cy="379656"/>
          </a:xfrm>
          <a:prstGeom prst="rect">
            <a:avLst/>
          </a:prstGeom>
          <a:noFill/>
        </p:spPr>
        <p:txBody>
          <a:bodyPr wrap="none" rtlCol="0">
            <a:spAutoFit/>
          </a:bodyPr>
          <a:lstStyle/>
          <a:p>
            <a:pPr algn="ctr"/>
            <a:r>
              <a:rPr lang="en-US" sz="1867">
                <a:latin typeface="Amazon Ember" panose="02000000000000000000" pitchFamily="2" charset="0"/>
              </a:rPr>
              <a:t>Instance</a:t>
            </a:r>
          </a:p>
        </p:txBody>
      </p:sp>
      <p:sp>
        <p:nvSpPr>
          <p:cNvPr id="22" name="TextBox 21">
            <a:extLst>
              <a:ext uri="{FF2B5EF4-FFF2-40B4-BE49-F238E27FC236}">
                <a16:creationId xmlns:a16="http://schemas.microsoft.com/office/drawing/2014/main" id="{541C43ED-BD99-224E-B463-09CEE565A4E1}"/>
              </a:ext>
            </a:extLst>
          </p:cNvPr>
          <p:cNvSpPr txBox="1"/>
          <p:nvPr/>
        </p:nvSpPr>
        <p:spPr>
          <a:xfrm>
            <a:off x="463784" y="3027353"/>
            <a:ext cx="1571025" cy="338554"/>
          </a:xfrm>
          <a:prstGeom prst="rect">
            <a:avLst/>
          </a:prstGeom>
          <a:noFill/>
        </p:spPr>
        <p:txBody>
          <a:bodyPr wrap="square" rtlCol="0">
            <a:spAutoFit/>
          </a:bodyPr>
          <a:lstStyle/>
          <a:p>
            <a:pPr algn="ctr"/>
            <a:r>
              <a:rPr lang="en-US" sz="1600">
                <a:latin typeface="Amazon Ember" panose="02000000000000000000" pitchFamily="2" charset="0"/>
              </a:rPr>
              <a:t>Role</a:t>
            </a:r>
          </a:p>
        </p:txBody>
      </p:sp>
      <p:pic>
        <p:nvPicPr>
          <p:cNvPr id="23" name="Graphic 54">
            <a:extLst>
              <a:ext uri="{FF2B5EF4-FFF2-40B4-BE49-F238E27FC236}">
                <a16:creationId xmlns:a16="http://schemas.microsoft.com/office/drawing/2014/main" id="{50E1591F-DA4C-934C-BDCB-2E69767A65B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2898" y="2347728"/>
            <a:ext cx="1020463" cy="1020463"/>
          </a:xfrm>
          <a:prstGeom prst="rect">
            <a:avLst/>
          </a:prstGeom>
        </p:spPr>
      </p:pic>
      <p:pic>
        <p:nvPicPr>
          <p:cNvPr id="27" name="Graphic 52">
            <a:extLst>
              <a:ext uri="{FF2B5EF4-FFF2-40B4-BE49-F238E27FC236}">
                <a16:creationId xmlns:a16="http://schemas.microsoft.com/office/drawing/2014/main" id="{90D5A9DB-EC7C-6342-9486-0A731DEC214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62102" y="2767896"/>
            <a:ext cx="1435498" cy="1435498"/>
          </a:xfrm>
          <a:prstGeom prst="rect">
            <a:avLst/>
          </a:prstGeom>
        </p:spPr>
      </p:pic>
      <p:pic>
        <p:nvPicPr>
          <p:cNvPr id="28" name="Graphic 35">
            <a:extLst>
              <a:ext uri="{FF2B5EF4-FFF2-40B4-BE49-F238E27FC236}">
                <a16:creationId xmlns:a16="http://schemas.microsoft.com/office/drawing/2014/main" id="{EC8BD375-3A30-FF48-9FC8-D7437F5C4C1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944100" y="2886140"/>
            <a:ext cx="1411038" cy="1411038"/>
          </a:xfrm>
          <a:prstGeom prst="rect">
            <a:avLst/>
          </a:prstGeom>
        </p:spPr>
      </p:pic>
      <p:sp>
        <p:nvSpPr>
          <p:cNvPr id="2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610830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User data</a:t>
            </a:r>
          </a:p>
        </p:txBody>
      </p:sp>
      <p:sp>
        <p:nvSpPr>
          <p:cNvPr id="3" name="Content Placeholder 2"/>
          <p:cNvSpPr>
            <a:spLocks noGrp="1"/>
          </p:cNvSpPr>
          <p:nvPr>
            <p:ph idx="1"/>
          </p:nvPr>
        </p:nvSpPr>
        <p:spPr>
          <a:xfrm>
            <a:off x="419099" y="1528175"/>
            <a:ext cx="11155279" cy="4648788"/>
          </a:xfrm>
        </p:spPr>
        <p:txBody>
          <a:bodyPr/>
          <a:lstStyle/>
          <a:p>
            <a:r>
              <a:rPr lang="en-US" sz="3600"/>
              <a:t>Script that runs at launch:</a:t>
            </a:r>
          </a:p>
          <a:p>
            <a:pPr lvl="1"/>
            <a:r>
              <a:rPr lang="en-US" sz="3200"/>
              <a:t>Linux script</a:t>
            </a:r>
          </a:p>
          <a:p>
            <a:pPr lvl="1"/>
            <a:r>
              <a:rPr lang="en-US" sz="3200"/>
              <a:t>Windows batch or PowerShell scripts</a:t>
            </a:r>
          </a:p>
          <a:p>
            <a:endParaRPr lang="en-US" sz="3600"/>
          </a:p>
          <a:p>
            <a:r>
              <a:rPr lang="en-US" sz="3600"/>
              <a:t>Script is run by:</a:t>
            </a:r>
          </a:p>
          <a:p>
            <a:pPr lvl="1"/>
            <a:r>
              <a:rPr lang="en-US" sz="3200"/>
              <a:t>Cloud-init on Linux</a:t>
            </a:r>
          </a:p>
          <a:p>
            <a:pPr lvl="1"/>
            <a:r>
              <a:rPr lang="en-US" sz="3200"/>
              <a:t>EC2Launch service on Windows </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5" name="Slide Number Placeholder 4"/>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730090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User data on Linux</a:t>
            </a:r>
          </a:p>
        </p:txBody>
      </p:sp>
      <p:sp>
        <p:nvSpPr>
          <p:cNvPr id="7" name="TextBox 6"/>
          <p:cNvSpPr txBox="1"/>
          <p:nvPr/>
        </p:nvSpPr>
        <p:spPr>
          <a:xfrm>
            <a:off x="594915" y="1500486"/>
            <a:ext cx="4753336" cy="543675"/>
          </a:xfrm>
          <a:prstGeom prst="rect">
            <a:avLst/>
          </a:prstGeom>
          <a:noFill/>
        </p:spPr>
        <p:txBody>
          <a:bodyPr wrap="square" rtlCol="0">
            <a:spAutoFit/>
          </a:bodyPr>
          <a:lstStyle/>
          <a:p>
            <a:pPr algn="ctr"/>
            <a:r>
              <a:rPr lang="en-US" sz="2933"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Linux Shell Script </a:t>
            </a:r>
          </a:p>
        </p:txBody>
      </p:sp>
      <p:sp>
        <p:nvSpPr>
          <p:cNvPr id="13" name="TextBox 12"/>
          <p:cNvSpPr txBox="1"/>
          <p:nvPr/>
        </p:nvSpPr>
        <p:spPr>
          <a:xfrm>
            <a:off x="6653032" y="1500486"/>
            <a:ext cx="4753336" cy="543675"/>
          </a:xfrm>
          <a:prstGeom prst="rect">
            <a:avLst/>
          </a:prstGeom>
          <a:noFill/>
        </p:spPr>
        <p:txBody>
          <a:bodyPr wrap="square" rtlCol="0">
            <a:spAutoFit/>
          </a:bodyPr>
          <a:lstStyle/>
          <a:p>
            <a:pPr algn="ctr"/>
            <a:r>
              <a:rPr lang="en-US" sz="2933"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cloud-</a:t>
            </a:r>
            <a:r>
              <a:rPr lang="en-US" sz="2933" b="1" err="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init</a:t>
            </a:r>
            <a:r>
              <a:rPr lang="en-US" sz="2933"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 directives</a:t>
            </a:r>
          </a:p>
        </p:txBody>
      </p:sp>
      <p:sp>
        <p:nvSpPr>
          <p:cNvPr id="10" name="Rounded Rectangle 9"/>
          <p:cNvSpPr/>
          <p:nvPr/>
        </p:nvSpPr>
        <p:spPr>
          <a:xfrm>
            <a:off x="353569" y="2151756"/>
            <a:ext cx="5196331" cy="4121710"/>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sz="2000" b="1">
                <a:solidFill>
                  <a:schemeClr val="accent1">
                    <a:lumMod val="75000"/>
                  </a:schemeClr>
                </a:solidFill>
                <a:latin typeface="Courier New" panose="02070309020205020404" pitchFamily="49" charset="0"/>
                <a:cs typeface="Courier New" panose="02070309020205020404" pitchFamily="49" charset="0"/>
              </a:rPr>
              <a:t>#!/bin/bash</a:t>
            </a:r>
            <a:br>
              <a:rPr lang="en-US" sz="2000" b="1">
                <a:solidFill>
                  <a:schemeClr val="accent1">
                    <a:lumMod val="75000"/>
                  </a:schemeClr>
                </a:solidFill>
                <a:latin typeface="Courier New" panose="02070309020205020404" pitchFamily="49" charset="0"/>
                <a:cs typeface="Courier New" panose="02070309020205020404" pitchFamily="49" charset="0"/>
              </a:rPr>
            </a:br>
            <a:r>
              <a:rPr lang="en-US" sz="2000" b="1">
                <a:solidFill>
                  <a:schemeClr val="accent1">
                    <a:lumMod val="75000"/>
                  </a:schemeClr>
                </a:solidFill>
                <a:latin typeface="Courier New" panose="02070309020205020404" pitchFamily="49" charset="0"/>
                <a:cs typeface="Courier New" panose="02070309020205020404" pitchFamily="49" charset="0"/>
              </a:rPr>
              <a:t>yum update -y</a:t>
            </a:r>
            <a:br>
              <a:rPr lang="en-US" sz="2000" b="1">
                <a:solidFill>
                  <a:schemeClr val="accent1">
                    <a:lumMod val="75000"/>
                  </a:schemeClr>
                </a:solidFill>
                <a:latin typeface="Courier New" panose="02070309020205020404" pitchFamily="49" charset="0"/>
                <a:cs typeface="Courier New" panose="02070309020205020404" pitchFamily="49" charset="0"/>
              </a:rPr>
            </a:br>
            <a:r>
              <a:rPr lang="en-US" sz="2000" b="1">
                <a:solidFill>
                  <a:schemeClr val="accent1">
                    <a:lumMod val="75000"/>
                  </a:schemeClr>
                </a:solidFill>
                <a:latin typeface="Courier New" panose="02070309020205020404" pitchFamily="49" charset="0"/>
                <a:cs typeface="Courier New" panose="02070309020205020404" pitchFamily="49" charset="0"/>
              </a:rPr>
              <a:t>yum groupinstall -y </a:t>
            </a:r>
          </a:p>
          <a:p>
            <a:r>
              <a:rPr lang="en-US" sz="2000" b="1">
                <a:solidFill>
                  <a:schemeClr val="accent1">
                    <a:lumMod val="75000"/>
                  </a:schemeClr>
                </a:solidFill>
                <a:latin typeface="Courier New" panose="02070309020205020404" pitchFamily="49" charset="0"/>
                <a:cs typeface="Courier New" panose="02070309020205020404" pitchFamily="49" charset="0"/>
              </a:rPr>
              <a:t>   "Web Server" "PHP Support"</a:t>
            </a:r>
            <a:br>
              <a:rPr lang="en-US" sz="2000" b="1">
                <a:solidFill>
                  <a:schemeClr val="accent1">
                    <a:lumMod val="75000"/>
                  </a:schemeClr>
                </a:solidFill>
                <a:latin typeface="Courier New" panose="02070309020205020404" pitchFamily="49" charset="0"/>
                <a:cs typeface="Courier New" panose="02070309020205020404" pitchFamily="49" charset="0"/>
              </a:rPr>
            </a:br>
            <a:r>
              <a:rPr lang="en-US" sz="2000" b="1">
                <a:solidFill>
                  <a:schemeClr val="accent1">
                    <a:lumMod val="75000"/>
                  </a:schemeClr>
                </a:solidFill>
                <a:latin typeface="Courier New" panose="02070309020205020404" pitchFamily="49" charset="0"/>
                <a:cs typeface="Courier New" panose="02070309020205020404" pitchFamily="49" charset="0"/>
              </a:rPr>
              <a:t>yum install -y php-mysql</a:t>
            </a:r>
            <a:br>
              <a:rPr lang="en-US" sz="2000" b="1">
                <a:solidFill>
                  <a:schemeClr val="accent1">
                    <a:lumMod val="75000"/>
                  </a:schemeClr>
                </a:solidFill>
                <a:latin typeface="Courier New" panose="02070309020205020404" pitchFamily="49" charset="0"/>
                <a:cs typeface="Courier New" panose="02070309020205020404" pitchFamily="49" charset="0"/>
              </a:rPr>
            </a:br>
            <a:r>
              <a:rPr lang="en-US" sz="2000" b="1">
                <a:solidFill>
                  <a:schemeClr val="accent1">
                    <a:lumMod val="75000"/>
                  </a:schemeClr>
                </a:solidFill>
                <a:latin typeface="Courier New" panose="02070309020205020404" pitchFamily="49" charset="0"/>
                <a:cs typeface="Courier New" panose="02070309020205020404" pitchFamily="49" charset="0"/>
              </a:rPr>
              <a:t>service httpd start</a:t>
            </a:r>
            <a:br>
              <a:rPr lang="en-US" sz="2000" b="1">
                <a:solidFill>
                  <a:schemeClr val="accent1">
                    <a:lumMod val="75000"/>
                  </a:schemeClr>
                </a:solidFill>
                <a:latin typeface="Courier New" panose="02070309020205020404" pitchFamily="49" charset="0"/>
                <a:cs typeface="Courier New" panose="02070309020205020404" pitchFamily="49" charset="0"/>
              </a:rPr>
            </a:br>
            <a:r>
              <a:rPr lang="en-US" sz="2000" b="1">
                <a:solidFill>
                  <a:schemeClr val="accent1">
                    <a:lumMod val="75000"/>
                  </a:schemeClr>
                </a:solidFill>
                <a:latin typeface="Courier New" panose="02070309020205020404" pitchFamily="49" charset="0"/>
                <a:cs typeface="Courier New" panose="02070309020205020404" pitchFamily="49" charset="0"/>
              </a:rPr>
              <a:t>chkconfig httpd on</a:t>
            </a:r>
          </a:p>
        </p:txBody>
      </p:sp>
      <p:sp>
        <p:nvSpPr>
          <p:cNvPr id="17" name="Rounded Rectangle 16"/>
          <p:cNvSpPr/>
          <p:nvPr/>
        </p:nvSpPr>
        <p:spPr>
          <a:xfrm>
            <a:off x="6499503" y="2119137"/>
            <a:ext cx="5196331" cy="4154329"/>
          </a:xfrm>
          <a:prstGeom prst="roundRect">
            <a:avLst>
              <a:gd name="adj" fmla="val 10859"/>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sz="2000" b="1">
                <a:solidFill>
                  <a:schemeClr val="accent1">
                    <a:lumMod val="75000"/>
                  </a:schemeClr>
                </a:solidFill>
                <a:latin typeface="Courier New" panose="02070309020205020404" pitchFamily="49" charset="0"/>
                <a:cs typeface="Courier New" panose="02070309020205020404" pitchFamily="49" charset="0"/>
              </a:rPr>
              <a:t>#cloud-config</a:t>
            </a:r>
          </a:p>
          <a:p>
            <a:r>
              <a:rPr lang="en-US" sz="2000" b="1">
                <a:solidFill>
                  <a:schemeClr val="accent1">
                    <a:lumMod val="75000"/>
                  </a:schemeClr>
                </a:solidFill>
                <a:latin typeface="Courier New" panose="02070309020205020404" pitchFamily="49" charset="0"/>
                <a:cs typeface="Courier New" panose="02070309020205020404" pitchFamily="49" charset="0"/>
              </a:rPr>
              <a:t>repo_update: true</a:t>
            </a:r>
          </a:p>
          <a:p>
            <a:r>
              <a:rPr lang="en-US" sz="2000" b="1">
                <a:solidFill>
                  <a:schemeClr val="accent1">
                    <a:lumMod val="75000"/>
                  </a:schemeClr>
                </a:solidFill>
                <a:latin typeface="Courier New" panose="02070309020205020404" pitchFamily="49" charset="0"/>
                <a:cs typeface="Courier New" panose="02070309020205020404" pitchFamily="49" charset="0"/>
              </a:rPr>
              <a:t>repo_upgrade: all</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packages:</a:t>
            </a:r>
          </a:p>
          <a:p>
            <a:r>
              <a:rPr lang="en-US" sz="2000" b="1">
                <a:solidFill>
                  <a:schemeClr val="accent1">
                    <a:lumMod val="75000"/>
                  </a:schemeClr>
                </a:solidFill>
                <a:latin typeface="Courier New" panose="02070309020205020404" pitchFamily="49" charset="0"/>
                <a:cs typeface="Courier New" panose="02070309020205020404" pitchFamily="49" charset="0"/>
              </a:rPr>
              <a:t> - httpd</a:t>
            </a:r>
          </a:p>
          <a:p>
            <a:r>
              <a:rPr lang="en-US" sz="2000" b="1">
                <a:solidFill>
                  <a:schemeClr val="accent1">
                    <a:lumMod val="75000"/>
                  </a:schemeClr>
                </a:solidFill>
                <a:latin typeface="Courier New" panose="02070309020205020404" pitchFamily="49" charset="0"/>
                <a:cs typeface="Courier New" panose="02070309020205020404" pitchFamily="49" charset="0"/>
              </a:rPr>
              <a:t> - php</a:t>
            </a:r>
          </a:p>
          <a:p>
            <a:r>
              <a:rPr lang="en-US" sz="2000" b="1">
                <a:solidFill>
                  <a:schemeClr val="accent1">
                    <a:lumMod val="75000"/>
                  </a:schemeClr>
                </a:solidFill>
                <a:latin typeface="Courier New" panose="02070309020205020404" pitchFamily="49" charset="0"/>
                <a:cs typeface="Courier New" panose="02070309020205020404" pitchFamily="49" charset="0"/>
              </a:rPr>
              <a:t> - php-mysql</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runcmd:</a:t>
            </a:r>
          </a:p>
          <a:p>
            <a:r>
              <a:rPr lang="en-US" sz="2000" b="1">
                <a:solidFill>
                  <a:schemeClr val="accent1">
                    <a:lumMod val="75000"/>
                  </a:schemeClr>
                </a:solidFill>
                <a:latin typeface="Courier New" panose="02070309020205020404" pitchFamily="49" charset="0"/>
                <a:cs typeface="Courier New" panose="02070309020205020404" pitchFamily="49" charset="0"/>
              </a:rPr>
              <a:t> - chkconfig httpd on</a:t>
            </a:r>
          </a:p>
        </p:txBody>
      </p:sp>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70722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User data on Windows</a:t>
            </a:r>
          </a:p>
        </p:txBody>
      </p:sp>
      <p:sp>
        <p:nvSpPr>
          <p:cNvPr id="7" name="TextBox 6"/>
          <p:cNvSpPr txBox="1"/>
          <p:nvPr/>
        </p:nvSpPr>
        <p:spPr>
          <a:xfrm>
            <a:off x="679756" y="1512357"/>
            <a:ext cx="4753336" cy="543675"/>
          </a:xfrm>
          <a:prstGeom prst="rect">
            <a:avLst/>
          </a:prstGeom>
          <a:noFill/>
        </p:spPr>
        <p:txBody>
          <a:bodyPr wrap="square" rtlCol="0">
            <a:spAutoFit/>
          </a:bodyPr>
          <a:lstStyle/>
          <a:p>
            <a:pPr algn="ctr"/>
            <a:r>
              <a:rPr lang="en-US" sz="2933"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Batch file</a:t>
            </a:r>
          </a:p>
        </p:txBody>
      </p:sp>
      <p:sp>
        <p:nvSpPr>
          <p:cNvPr id="13" name="TextBox 12"/>
          <p:cNvSpPr txBox="1"/>
          <p:nvPr/>
        </p:nvSpPr>
        <p:spPr>
          <a:xfrm>
            <a:off x="6721001" y="1508953"/>
            <a:ext cx="4753336" cy="543675"/>
          </a:xfrm>
          <a:prstGeom prst="rect">
            <a:avLst/>
          </a:prstGeom>
          <a:noFill/>
        </p:spPr>
        <p:txBody>
          <a:bodyPr wrap="square" rtlCol="0">
            <a:spAutoFit/>
          </a:bodyPr>
          <a:lstStyle/>
          <a:p>
            <a:pPr algn="ctr"/>
            <a:r>
              <a:rPr lang="en-US" sz="2933"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PowerShell script</a:t>
            </a:r>
          </a:p>
        </p:txBody>
      </p:sp>
      <p:sp>
        <p:nvSpPr>
          <p:cNvPr id="11" name="Rounded Rectangle 10"/>
          <p:cNvSpPr/>
          <p:nvPr/>
        </p:nvSpPr>
        <p:spPr>
          <a:xfrm>
            <a:off x="458258" y="2151756"/>
            <a:ext cx="5196331" cy="4121710"/>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sz="2000" b="1">
                <a:solidFill>
                  <a:schemeClr val="accent1">
                    <a:lumMod val="75000"/>
                  </a:schemeClr>
                </a:solidFill>
                <a:latin typeface="Courier New" panose="02070309020205020404" pitchFamily="49" charset="0"/>
                <a:cs typeface="Courier New" panose="02070309020205020404" pitchFamily="49" charset="0"/>
              </a:rPr>
              <a:t>&lt;script&gt;</a:t>
            </a:r>
          </a:p>
          <a:p>
            <a:r>
              <a:rPr lang="en-US" sz="2000" b="1">
                <a:solidFill>
                  <a:schemeClr val="accent1">
                    <a:lumMod val="75000"/>
                  </a:schemeClr>
                </a:solidFill>
                <a:latin typeface="Courier New" panose="02070309020205020404" pitchFamily="49" charset="0"/>
                <a:cs typeface="Courier New" panose="02070309020205020404" pitchFamily="49" charset="0"/>
              </a:rPr>
              <a:t>winrm quickconfig -q </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winrm set winrm/config/winrs @{MaxMemoryPerShellMB="300"} </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winrm set winrm/config @{MaxTimeoutms="1800000"} </a:t>
            </a:r>
          </a:p>
          <a:p>
            <a:r>
              <a:rPr lang="en-US" sz="2000" b="1">
                <a:solidFill>
                  <a:schemeClr val="accent1">
                    <a:lumMod val="75000"/>
                  </a:schemeClr>
                </a:solidFill>
                <a:latin typeface="Courier New" panose="02070309020205020404" pitchFamily="49" charset="0"/>
                <a:cs typeface="Courier New" panose="02070309020205020404" pitchFamily="49" charset="0"/>
              </a:rPr>
              <a:t>&lt;/script&gt;</a:t>
            </a:r>
          </a:p>
        </p:txBody>
      </p:sp>
      <p:sp>
        <p:nvSpPr>
          <p:cNvPr id="15" name="Rounded Rectangle 14"/>
          <p:cNvSpPr/>
          <p:nvPr/>
        </p:nvSpPr>
        <p:spPr>
          <a:xfrm>
            <a:off x="6499503" y="2151756"/>
            <a:ext cx="5196331" cy="4121710"/>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sz="2000" b="1">
                <a:solidFill>
                  <a:schemeClr val="accent1">
                    <a:lumMod val="75000"/>
                  </a:schemeClr>
                </a:solidFill>
                <a:latin typeface="Courier New" panose="02070309020205020404" pitchFamily="49" charset="0"/>
                <a:cs typeface="Courier New" panose="02070309020205020404" pitchFamily="49" charset="0"/>
              </a:rPr>
              <a:t>&lt;powershell&gt;</a:t>
            </a:r>
          </a:p>
          <a:p>
            <a:r>
              <a:rPr lang="en-US" sz="2000" b="1">
                <a:solidFill>
                  <a:schemeClr val="accent1">
                    <a:lumMod val="75000"/>
                  </a:schemeClr>
                </a:solidFill>
                <a:latin typeface="Courier New" panose="02070309020205020404" pitchFamily="49" charset="0"/>
                <a:cs typeface="Courier New" panose="02070309020205020404" pitchFamily="49" charset="0"/>
              </a:rPr>
              <a:t># Install IIS and Web </a:t>
            </a:r>
          </a:p>
          <a:p>
            <a:r>
              <a:rPr lang="en-US" sz="2000" b="1">
                <a:solidFill>
                  <a:schemeClr val="accent1">
                    <a:lumMod val="75000"/>
                  </a:schemeClr>
                </a:solidFill>
                <a:latin typeface="Courier New" panose="02070309020205020404" pitchFamily="49" charset="0"/>
                <a:cs typeface="Courier New" panose="02070309020205020404" pitchFamily="49" charset="0"/>
              </a:rPr>
              <a:t># Management Tools. </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Import-Module ServerManager</a:t>
            </a:r>
          </a:p>
          <a:p>
            <a:endParaRPr lang="en-US" sz="2000" b="1">
              <a:solidFill>
                <a:schemeClr val="accent1">
                  <a:lumMod val="75000"/>
                </a:schemeClr>
              </a:solidFill>
              <a:latin typeface="Courier New" panose="02070309020205020404" pitchFamily="49" charset="0"/>
              <a:cs typeface="Courier New" panose="02070309020205020404" pitchFamily="49" charset="0"/>
            </a:endParaRPr>
          </a:p>
          <a:p>
            <a:r>
              <a:rPr lang="en-US" sz="2000" b="1">
                <a:solidFill>
                  <a:schemeClr val="accent1">
                    <a:lumMod val="75000"/>
                  </a:schemeClr>
                </a:solidFill>
                <a:latin typeface="Courier New" panose="02070309020205020404" pitchFamily="49" charset="0"/>
                <a:cs typeface="Courier New" panose="02070309020205020404" pitchFamily="49" charset="0"/>
              </a:rPr>
              <a:t>Install-WindowsFeature </a:t>
            </a:r>
          </a:p>
          <a:p>
            <a:r>
              <a:rPr lang="en-US" sz="2000" b="1">
                <a:solidFill>
                  <a:schemeClr val="accent1">
                    <a:lumMod val="75000"/>
                  </a:schemeClr>
                </a:solidFill>
                <a:latin typeface="Courier New" panose="02070309020205020404" pitchFamily="49" charset="0"/>
                <a:cs typeface="Courier New" panose="02070309020205020404" pitchFamily="49" charset="0"/>
              </a:rPr>
              <a:t>    web-server, web-webserver</a:t>
            </a:r>
          </a:p>
          <a:p>
            <a:r>
              <a:rPr lang="en-US" sz="2000" b="1">
                <a:solidFill>
                  <a:schemeClr val="accent1">
                    <a:lumMod val="75000"/>
                  </a:schemeClr>
                </a:solidFill>
                <a:latin typeface="Courier New" panose="02070309020205020404" pitchFamily="49" charset="0"/>
                <a:cs typeface="Courier New" panose="02070309020205020404" pitchFamily="49" charset="0"/>
              </a:rPr>
              <a:t>Install-WindowsFeature </a:t>
            </a:r>
          </a:p>
          <a:p>
            <a:r>
              <a:rPr lang="en-US" sz="2000" b="1">
                <a:solidFill>
                  <a:schemeClr val="accent1">
                    <a:lumMod val="75000"/>
                  </a:schemeClr>
                </a:solidFill>
                <a:latin typeface="Courier New" panose="02070309020205020404" pitchFamily="49" charset="0"/>
                <a:cs typeface="Courier New" panose="02070309020205020404" pitchFamily="49" charset="0"/>
              </a:rPr>
              <a:t>    web-mgmt-tools</a:t>
            </a:r>
          </a:p>
          <a:p>
            <a:r>
              <a:rPr lang="en-US" sz="2000" b="1">
                <a:solidFill>
                  <a:schemeClr val="accent1">
                    <a:lumMod val="75000"/>
                  </a:schemeClr>
                </a:solidFill>
                <a:latin typeface="Courier New" panose="02070309020205020404" pitchFamily="49" charset="0"/>
                <a:cs typeface="Courier New" panose="02070309020205020404" pitchFamily="49" charset="0"/>
              </a:rPr>
              <a:t>&lt;/powershell&gt;</a:t>
            </a:r>
          </a:p>
        </p:txBody>
      </p:sp>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663005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Amazon EC2 instance metadata</a:t>
            </a:r>
          </a:p>
        </p:txBody>
      </p:sp>
      <p:sp>
        <p:nvSpPr>
          <p:cNvPr id="5" name="Content Placeholder 2"/>
          <p:cNvSpPr>
            <a:spLocks noGrp="1"/>
          </p:cNvSpPr>
          <p:nvPr>
            <p:ph idx="1"/>
          </p:nvPr>
        </p:nvSpPr>
        <p:spPr>
          <a:xfrm>
            <a:off x="419100" y="1361014"/>
            <a:ext cx="11915572" cy="4648788"/>
          </a:xfrm>
        </p:spPr>
        <p:txBody>
          <a:bodyPr>
            <a:normAutofit/>
          </a:bodyPr>
          <a:lstStyle/>
          <a:p>
            <a:r>
              <a:rPr lang="en-US" sz="2400"/>
              <a:t>Data about your instance that you can use to configure or manage the running instance</a:t>
            </a:r>
          </a:p>
          <a:p>
            <a:r>
              <a:rPr lang="en-US" sz="2400"/>
              <a:t>Metadata service is provided for every instance at the IP address </a:t>
            </a:r>
            <a:r>
              <a:rPr lang="en-US" sz="2400" b="1"/>
              <a:t>169.254.169.254</a:t>
            </a:r>
          </a:p>
          <a:p>
            <a:r>
              <a:rPr lang="en-US" sz="2400"/>
              <a:t>Query instance metadata</a:t>
            </a:r>
          </a:p>
        </p:txBody>
      </p:sp>
      <p:sp>
        <p:nvSpPr>
          <p:cNvPr id="8" name="Rounded Rectangle 7"/>
          <p:cNvSpPr/>
          <p:nvPr/>
        </p:nvSpPr>
        <p:spPr>
          <a:xfrm>
            <a:off x="666771" y="3242712"/>
            <a:ext cx="10861589" cy="1470443"/>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b="1">
                <a:solidFill>
                  <a:schemeClr val="accent1">
                    <a:lumMod val="75000"/>
                  </a:schemeClr>
                </a:solidFill>
                <a:latin typeface="Courier New" panose="02070309020205020404" pitchFamily="49" charset="0"/>
                <a:cs typeface="Courier New" panose="02070309020205020404" pitchFamily="49" charset="0"/>
              </a:rPr>
              <a:t>export INSTANCE_ID=$(curl http://</a:t>
            </a:r>
            <a:r>
              <a:rPr lang="en-US" b="1">
                <a:solidFill>
                  <a:schemeClr val="accent6">
                    <a:lumMod val="75000"/>
                  </a:schemeClr>
                </a:solidFill>
                <a:latin typeface="Courier New" panose="02070309020205020404" pitchFamily="49" charset="0"/>
                <a:cs typeface="Courier New" panose="02070309020205020404" pitchFamily="49" charset="0"/>
              </a:rPr>
              <a:t>169.254.169.254</a:t>
            </a:r>
            <a:r>
              <a:rPr lang="en-US" b="1">
                <a:solidFill>
                  <a:schemeClr val="accent1">
                    <a:lumMod val="75000"/>
                  </a:schemeClr>
                </a:solidFill>
                <a:latin typeface="Courier New" panose="02070309020205020404" pitchFamily="49" charset="0"/>
                <a:cs typeface="Courier New" panose="02070309020205020404" pitchFamily="49" charset="0"/>
              </a:rPr>
              <a:t>/latest/meta-data/instance-id)</a:t>
            </a:r>
            <a:br>
              <a:rPr lang="en-US" b="1">
                <a:solidFill>
                  <a:schemeClr val="accent1">
                    <a:lumMod val="75000"/>
                  </a:schemeClr>
                </a:solidFill>
                <a:latin typeface="Courier New" panose="02070309020205020404" pitchFamily="49" charset="0"/>
                <a:cs typeface="Courier New" panose="02070309020205020404" pitchFamily="49" charset="0"/>
              </a:rPr>
            </a:b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aws ec2 describe-instances --instance-id $INSTANCE_ID</a:t>
            </a:r>
          </a:p>
        </p:txBody>
      </p:sp>
      <p:sp>
        <p:nvSpPr>
          <p:cNvPr id="9" name="Rounded Rectangle 8"/>
          <p:cNvSpPr/>
          <p:nvPr/>
        </p:nvSpPr>
        <p:spPr>
          <a:xfrm>
            <a:off x="747589" y="4817945"/>
            <a:ext cx="10861589" cy="1535668"/>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b="1">
                <a:solidFill>
                  <a:schemeClr val="accent1">
                    <a:lumMod val="75000"/>
                  </a:schemeClr>
                </a:solidFill>
                <a:latin typeface="Courier New" panose="02070309020205020404" pitchFamily="49" charset="0"/>
                <a:cs typeface="Courier New" panose="02070309020205020404" pitchFamily="49" charset="0"/>
              </a:rPr>
              <a:t>$INSTANCE_ID=(new-object net.webclient).DownloadString(</a:t>
            </a:r>
          </a:p>
          <a:p>
            <a:r>
              <a:rPr lang="en-US" b="1">
                <a:solidFill>
                  <a:schemeClr val="accent1">
                    <a:lumMod val="75000"/>
                  </a:schemeClr>
                </a:solidFill>
                <a:latin typeface="Courier New" panose="02070309020205020404" pitchFamily="49" charset="0"/>
                <a:cs typeface="Courier New" panose="02070309020205020404" pitchFamily="49" charset="0"/>
              </a:rPr>
              <a:t>    'http://</a:t>
            </a:r>
            <a:r>
              <a:rPr lang="en-US" b="1">
                <a:solidFill>
                  <a:schemeClr val="accent6">
                    <a:lumMod val="75000"/>
                  </a:schemeClr>
                </a:solidFill>
                <a:latin typeface="Courier New" panose="02070309020205020404" pitchFamily="49" charset="0"/>
                <a:cs typeface="Courier New" panose="02070309020205020404" pitchFamily="49" charset="0"/>
              </a:rPr>
              <a:t>169.254.169.254</a:t>
            </a:r>
            <a:r>
              <a:rPr lang="en-US" b="1">
                <a:solidFill>
                  <a:schemeClr val="accent1">
                    <a:lumMod val="75000"/>
                  </a:schemeClr>
                </a:solidFill>
                <a:latin typeface="Courier New" panose="02070309020205020404" pitchFamily="49" charset="0"/>
                <a:cs typeface="Courier New" panose="02070309020205020404" pitchFamily="49" charset="0"/>
              </a:rPr>
              <a:t>/latest/meta-data/instance-id')</a:t>
            </a:r>
            <a:br>
              <a:rPr lang="en-US" b="1">
                <a:solidFill>
                  <a:schemeClr val="accent1">
                    <a:lumMod val="75000"/>
                  </a:schemeClr>
                </a:solidFill>
                <a:latin typeface="Courier New" panose="02070309020205020404" pitchFamily="49" charset="0"/>
                <a:cs typeface="Courier New" panose="02070309020205020404" pitchFamily="49" charset="0"/>
              </a:rPr>
            </a:b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aws ec2 describe-instances --instance-id $INSTANCE_ID</a:t>
            </a:r>
          </a:p>
        </p:txBody>
      </p:sp>
      <p:sp>
        <p:nvSpPr>
          <p:cNvPr id="4" name="TextBox 3"/>
          <p:cNvSpPr txBox="1"/>
          <p:nvPr/>
        </p:nvSpPr>
        <p:spPr>
          <a:xfrm>
            <a:off x="10413466" y="5990999"/>
            <a:ext cx="1195712" cy="369332"/>
          </a:xfrm>
          <a:prstGeom prst="rect">
            <a:avLst/>
          </a:prstGeom>
          <a:noFill/>
        </p:spPr>
        <p:txBody>
          <a:bodyPr wrap="none" rtlCol="0">
            <a:spAutoFit/>
          </a:bodyPr>
          <a:lstStyle/>
          <a:p>
            <a:pPr algn="r"/>
            <a:r>
              <a:rPr lang="en-US" b="1">
                <a:latin typeface="Amazon Ember" panose="02000000000000000000" pitchFamily="2" charset="0"/>
                <a:ea typeface="Amazon Ember" panose="02000000000000000000" pitchFamily="2" charset="0"/>
              </a:rPr>
              <a:t>Windows</a:t>
            </a:r>
          </a:p>
        </p:txBody>
      </p:sp>
      <p:sp>
        <p:nvSpPr>
          <p:cNvPr id="10" name="TextBox 9"/>
          <p:cNvSpPr txBox="1"/>
          <p:nvPr/>
        </p:nvSpPr>
        <p:spPr>
          <a:xfrm>
            <a:off x="10836209" y="4130221"/>
            <a:ext cx="772969" cy="369332"/>
          </a:xfrm>
          <a:prstGeom prst="rect">
            <a:avLst/>
          </a:prstGeom>
          <a:noFill/>
        </p:spPr>
        <p:txBody>
          <a:bodyPr wrap="none" rtlCol="0">
            <a:spAutoFit/>
          </a:bodyPr>
          <a:lstStyle/>
          <a:p>
            <a:pPr algn="r"/>
            <a:r>
              <a:rPr lang="en-US" b="1">
                <a:latin typeface="Amazon Ember" panose="02000000000000000000" pitchFamily="2" charset="0"/>
                <a:ea typeface="Amazon Ember" panose="02000000000000000000" pitchFamily="2" charset="0"/>
              </a:rPr>
              <a:t>Linux</a:t>
            </a:r>
          </a:p>
        </p:txBody>
      </p:sp>
      <p:sp>
        <p:nvSpPr>
          <p:cNvPr id="1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92478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User data and Amazon EC2 instance metadata</a:t>
            </a:r>
          </a:p>
        </p:txBody>
      </p:sp>
      <p:sp>
        <p:nvSpPr>
          <p:cNvPr id="5" name="Content Placeholder 2"/>
          <p:cNvSpPr>
            <a:spLocks noGrp="1"/>
          </p:cNvSpPr>
          <p:nvPr>
            <p:ph idx="1"/>
          </p:nvPr>
        </p:nvSpPr>
        <p:spPr>
          <a:xfrm>
            <a:off x="419100" y="1377621"/>
            <a:ext cx="11353800" cy="1506993"/>
          </a:xfrm>
        </p:spPr>
        <p:txBody>
          <a:bodyPr>
            <a:normAutofit/>
          </a:bodyPr>
          <a:lstStyle/>
          <a:p>
            <a:r>
              <a:rPr lang="en-US" sz="2400"/>
              <a:t>It might be useful to reference properties of the instance in user data.</a:t>
            </a:r>
          </a:p>
          <a:p>
            <a:r>
              <a:rPr lang="en-US" sz="2400"/>
              <a:t>Query instance metadata and use in a user data script at launch.</a:t>
            </a:r>
            <a:endParaRPr lang="en-US" sz="2400" b="1"/>
          </a:p>
          <a:p>
            <a:pPr marL="0" indent="0">
              <a:buNone/>
            </a:pPr>
            <a:endParaRPr lang="en-US" sz="2400"/>
          </a:p>
        </p:txBody>
      </p:sp>
      <p:sp>
        <p:nvSpPr>
          <p:cNvPr id="8" name="Rounded Rectangle 7"/>
          <p:cNvSpPr/>
          <p:nvPr/>
        </p:nvSpPr>
        <p:spPr>
          <a:xfrm>
            <a:off x="608423" y="3422992"/>
            <a:ext cx="10861589" cy="3043610"/>
          </a:xfrm>
          <a:prstGeom prst="roundRect">
            <a:avLst>
              <a:gd name="adj" fmla="val 958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sz="1600" b="1">
                <a:solidFill>
                  <a:schemeClr val="accent1">
                    <a:lumMod val="75000"/>
                  </a:schemeClr>
                </a:solidFill>
                <a:latin typeface="Courier New" panose="02070309020205020404" pitchFamily="49" charset="0"/>
                <a:cs typeface="Courier New" panose="02070309020205020404" pitchFamily="49" charset="0"/>
              </a:rPr>
              <a:t>#!/bin/bash</a:t>
            </a:r>
          </a:p>
          <a:p>
            <a:endParaRPr lang="en-US" sz="1600" b="1">
              <a:solidFill>
                <a:schemeClr val="accent1">
                  <a:lumMod val="75000"/>
                </a:schemeClr>
              </a:solidFill>
              <a:latin typeface="Courier New" panose="02070309020205020404" pitchFamily="49" charset="0"/>
              <a:cs typeface="Courier New" panose="02070309020205020404" pitchFamily="49" charset="0"/>
            </a:endParaRPr>
          </a:p>
          <a:p>
            <a:r>
              <a:rPr lang="en-US" sz="1600" b="1">
                <a:solidFill>
                  <a:schemeClr val="accent1">
                    <a:lumMod val="75000"/>
                  </a:schemeClr>
                </a:solidFill>
                <a:latin typeface="Courier New" panose="02070309020205020404" pitchFamily="49" charset="0"/>
                <a:cs typeface="Courier New" panose="02070309020205020404" pitchFamily="49" charset="0"/>
              </a:rPr>
              <a:t>#Get hostname from </a:t>
            </a:r>
            <a:r>
              <a:rPr lang="en-US" sz="1600" b="1">
                <a:latin typeface="Courier New" panose="02070309020205020404" pitchFamily="49" charset="0"/>
                <a:cs typeface="Courier New" panose="02070309020205020404" pitchFamily="49" charset="0"/>
              </a:rPr>
              <a:t>instance-id metadata = $newhost</a:t>
            </a:r>
          </a:p>
          <a:p>
            <a:r>
              <a:rPr lang="en-US" sz="1600" b="1">
                <a:solidFill>
                  <a:schemeClr val="tx2">
                    <a:lumMod val="75000"/>
                  </a:schemeClr>
                </a:solidFill>
                <a:latin typeface="Courier New" panose="02070309020205020404" pitchFamily="49" charset="0"/>
                <a:cs typeface="Courier New" panose="02070309020205020404" pitchFamily="49" charset="0"/>
              </a:rPr>
              <a:t>newhost</a:t>
            </a:r>
            <a:r>
              <a:rPr lang="en-US" sz="1600" b="1">
                <a:solidFill>
                  <a:schemeClr val="accent1">
                    <a:lumMod val="75000"/>
                  </a:schemeClr>
                </a:solidFill>
                <a:latin typeface="Courier New" panose="02070309020205020404" pitchFamily="49" charset="0"/>
                <a:cs typeface="Courier New" panose="02070309020205020404" pitchFamily="49" charset="0"/>
              </a:rPr>
              <a:t>=$(curl </a:t>
            </a:r>
            <a:r>
              <a:rPr lang="en-US" sz="1600" b="1">
                <a:solidFill>
                  <a:schemeClr val="tx2">
                    <a:lumMod val="75000"/>
                  </a:schemeClr>
                </a:solidFill>
                <a:latin typeface="Courier New" panose="02070309020205020404" pitchFamily="49" charset="0"/>
                <a:cs typeface="Courier New" panose="02070309020205020404" pitchFamily="49" charset="0"/>
              </a:rPr>
              <a:t>http://169.254.169.254/latest/meta-data/instance-id/</a:t>
            </a:r>
            <a:r>
              <a:rPr lang="en-US" sz="1600" b="1">
                <a:solidFill>
                  <a:schemeClr val="accent1">
                    <a:lumMod val="75000"/>
                  </a:schemeClr>
                </a:solidFill>
                <a:latin typeface="Courier New" panose="02070309020205020404" pitchFamily="49" charset="0"/>
                <a:cs typeface="Courier New" panose="02070309020205020404" pitchFamily="49" charset="0"/>
              </a:rPr>
              <a:t>)</a:t>
            </a:r>
          </a:p>
          <a:p>
            <a:r>
              <a:rPr lang="en-US" sz="1600" b="1">
                <a:solidFill>
                  <a:schemeClr val="accent1">
                    <a:lumMod val="75000"/>
                  </a:schemeClr>
                </a:solidFill>
                <a:latin typeface="Courier New" panose="02070309020205020404" pitchFamily="49" charset="0"/>
                <a:cs typeface="Courier New" panose="02070309020205020404" pitchFamily="49" charset="0"/>
              </a:rPr>
              <a:t> </a:t>
            </a:r>
          </a:p>
          <a:p>
            <a:r>
              <a:rPr lang="en-US" sz="1600" b="1">
                <a:solidFill>
                  <a:schemeClr val="accent1">
                    <a:lumMod val="75000"/>
                  </a:schemeClr>
                </a:solidFill>
                <a:latin typeface="Courier New" panose="02070309020205020404" pitchFamily="49" charset="0"/>
                <a:cs typeface="Courier New" panose="02070309020205020404" pitchFamily="49" charset="0"/>
              </a:rPr>
              <a:t>#change hostname in /etc/hosts &amp; /etc/sysconfig/network</a:t>
            </a:r>
          </a:p>
          <a:p>
            <a:r>
              <a:rPr lang="en-US" sz="1600" b="1">
                <a:solidFill>
                  <a:schemeClr val="accent1">
                    <a:lumMod val="75000"/>
                  </a:schemeClr>
                </a:solidFill>
                <a:latin typeface="Courier New" panose="02070309020205020404" pitchFamily="49" charset="0"/>
                <a:cs typeface="Courier New" panose="02070309020205020404" pitchFamily="49" charset="0"/>
              </a:rPr>
              <a:t>sudo sed -i "s/\&lt;localhost\&gt;/</a:t>
            </a:r>
            <a:r>
              <a:rPr lang="en-US" sz="1600" b="1">
                <a:solidFill>
                  <a:schemeClr val="tx2">
                    <a:lumMod val="75000"/>
                  </a:schemeClr>
                </a:solidFill>
                <a:latin typeface="Courier New" panose="02070309020205020404" pitchFamily="49" charset="0"/>
                <a:cs typeface="Courier New" panose="02070309020205020404" pitchFamily="49" charset="0"/>
              </a:rPr>
              <a:t>$newhost</a:t>
            </a:r>
            <a:r>
              <a:rPr lang="en-US" sz="1600" b="1">
                <a:solidFill>
                  <a:schemeClr val="accent1">
                    <a:lumMod val="75000"/>
                  </a:schemeClr>
                </a:solidFill>
                <a:latin typeface="Courier New" panose="02070309020205020404" pitchFamily="49" charset="0"/>
                <a:cs typeface="Courier New" panose="02070309020205020404" pitchFamily="49" charset="0"/>
              </a:rPr>
              <a:t>/g" </a:t>
            </a:r>
            <a:r>
              <a:rPr lang="en-US" sz="1600" b="1">
                <a:latin typeface="Courier New" panose="02070309020205020404" pitchFamily="49" charset="0"/>
                <a:cs typeface="Courier New" panose="02070309020205020404" pitchFamily="49" charset="0"/>
              </a:rPr>
              <a:t>/etc/hosts</a:t>
            </a:r>
          </a:p>
          <a:p>
            <a:r>
              <a:rPr lang="en-US" sz="1600" b="1">
                <a:solidFill>
                  <a:schemeClr val="accent1">
                    <a:lumMod val="75000"/>
                  </a:schemeClr>
                </a:solidFill>
                <a:latin typeface="Courier New" panose="02070309020205020404" pitchFamily="49" charset="0"/>
                <a:cs typeface="Courier New" panose="02070309020205020404" pitchFamily="49" charset="0"/>
              </a:rPr>
              <a:t>sudo sed -i "s/\&lt;localhost\&gt;/</a:t>
            </a:r>
            <a:r>
              <a:rPr lang="en-US" sz="1600" b="1">
                <a:solidFill>
                  <a:schemeClr val="tx2">
                    <a:lumMod val="75000"/>
                  </a:schemeClr>
                </a:solidFill>
                <a:latin typeface="Courier New" panose="02070309020205020404" pitchFamily="49" charset="0"/>
                <a:cs typeface="Courier New" panose="02070309020205020404" pitchFamily="49" charset="0"/>
              </a:rPr>
              <a:t>$newhost</a:t>
            </a:r>
            <a:r>
              <a:rPr lang="en-US" sz="1600" b="1">
                <a:solidFill>
                  <a:schemeClr val="accent1">
                    <a:lumMod val="75000"/>
                  </a:schemeClr>
                </a:solidFill>
                <a:latin typeface="Courier New" panose="02070309020205020404" pitchFamily="49" charset="0"/>
                <a:cs typeface="Courier New" panose="02070309020205020404" pitchFamily="49" charset="0"/>
              </a:rPr>
              <a:t>/g" </a:t>
            </a:r>
            <a:r>
              <a:rPr lang="en-US" sz="1600" b="1">
                <a:latin typeface="Courier New" panose="02070309020205020404" pitchFamily="49" charset="0"/>
                <a:cs typeface="Courier New" panose="02070309020205020404" pitchFamily="49" charset="0"/>
              </a:rPr>
              <a:t>/etc/sysconfig/network</a:t>
            </a:r>
          </a:p>
          <a:p>
            <a:endParaRPr lang="en-US" sz="1600" b="1">
              <a:solidFill>
                <a:schemeClr val="accent1">
                  <a:lumMod val="75000"/>
                </a:schemeClr>
              </a:solidFill>
              <a:latin typeface="Courier New" panose="02070309020205020404" pitchFamily="49" charset="0"/>
              <a:cs typeface="Courier New" panose="02070309020205020404" pitchFamily="49" charset="0"/>
            </a:endParaRPr>
          </a:p>
          <a:p>
            <a:r>
              <a:rPr lang="en-US" sz="1600" b="1">
                <a:solidFill>
                  <a:schemeClr val="accent1">
                    <a:lumMod val="75000"/>
                  </a:schemeClr>
                </a:solidFill>
                <a:latin typeface="Courier New" panose="02070309020205020404" pitchFamily="49" charset="0"/>
                <a:cs typeface="Courier New" panose="02070309020205020404" pitchFamily="49" charset="0"/>
              </a:rPr>
              <a:t>#Reboot instance</a:t>
            </a:r>
          </a:p>
          <a:p>
            <a:r>
              <a:rPr lang="en-US" sz="1600" b="1">
                <a:solidFill>
                  <a:schemeClr val="accent1">
                    <a:lumMod val="75000"/>
                  </a:schemeClr>
                </a:solidFill>
                <a:latin typeface="Courier New" panose="02070309020205020404" pitchFamily="49" charset="0"/>
                <a:cs typeface="Courier New" panose="02070309020205020404" pitchFamily="49" charset="0"/>
              </a:rPr>
              <a:t>sudo reboot</a:t>
            </a:r>
          </a:p>
        </p:txBody>
      </p:sp>
      <p:sp>
        <p:nvSpPr>
          <p:cNvPr id="10" name="TextBox 9"/>
          <p:cNvSpPr txBox="1"/>
          <p:nvPr/>
        </p:nvSpPr>
        <p:spPr>
          <a:xfrm>
            <a:off x="10697042" y="3452142"/>
            <a:ext cx="772969" cy="369332"/>
          </a:xfrm>
          <a:prstGeom prst="rect">
            <a:avLst/>
          </a:prstGeom>
          <a:noFill/>
        </p:spPr>
        <p:txBody>
          <a:bodyPr wrap="none" rtlCol="0">
            <a:spAutoFit/>
          </a:bodyPr>
          <a:lstStyle/>
          <a:p>
            <a:pPr algn="r"/>
            <a:r>
              <a:rPr lang="en-US" b="1">
                <a:latin typeface="Amazon Ember" panose="02000000000000000000" pitchFamily="2" charset="0"/>
                <a:ea typeface="Amazon Ember" panose="02000000000000000000" pitchFamily="2" charset="0"/>
              </a:rPr>
              <a:t>Linux</a:t>
            </a:r>
          </a:p>
        </p:txBody>
      </p:sp>
      <p:sp>
        <p:nvSpPr>
          <p:cNvPr id="3" name="Rectangle 2"/>
          <p:cNvSpPr/>
          <p:nvPr/>
        </p:nvSpPr>
        <p:spPr>
          <a:xfrm>
            <a:off x="404690" y="2461305"/>
            <a:ext cx="10292352" cy="461665"/>
          </a:xfrm>
          <a:prstGeom prst="rect">
            <a:avLst/>
          </a:prstGeom>
        </p:spPr>
        <p:txBody>
          <a:bodyPr wrap="square">
            <a:spAutoFit/>
          </a:bodyPr>
          <a:lstStyle/>
          <a:p>
            <a:r>
              <a:rPr lang="en-US" sz="2400">
                <a:latin typeface="Amazon Ember" panose="02000000000000000000" pitchFamily="2" charset="0"/>
                <a:ea typeface="Amazon Ember" panose="02000000000000000000" pitchFamily="2" charset="0"/>
                <a:cs typeface="Amazon Ember Light" panose="020B0403020204020204" pitchFamily="34" charset="0"/>
              </a:rPr>
              <a:t>To change hostname of Amazon Linux AMI to instance-id at launch:</a:t>
            </a:r>
          </a:p>
        </p:txBody>
      </p:sp>
      <p:sp>
        <p:nvSpPr>
          <p:cNvPr id="7" name="TextBox 6"/>
          <p:cNvSpPr txBox="1"/>
          <p:nvPr/>
        </p:nvSpPr>
        <p:spPr>
          <a:xfrm>
            <a:off x="571500" y="3053660"/>
            <a:ext cx="1939955" cy="369332"/>
          </a:xfrm>
          <a:prstGeom prst="rect">
            <a:avLst/>
          </a:prstGeom>
          <a:noFill/>
        </p:spPr>
        <p:txBody>
          <a:bodyPr wrap="none" rtlCol="0">
            <a:spAutoFit/>
          </a:bodyPr>
          <a:lstStyle/>
          <a:p>
            <a:pPr algn="r"/>
            <a:r>
              <a:rPr lang="en-US" b="1">
                <a:solidFill>
                  <a:schemeClr val="tx2">
                    <a:lumMod val="75000"/>
                  </a:schemeClr>
                </a:solidFill>
                <a:latin typeface="Amazon Ember" panose="02000000000000000000" pitchFamily="2" charset="0"/>
                <a:ea typeface="Amazon Ember" panose="02000000000000000000" pitchFamily="2" charset="0"/>
              </a:rPr>
              <a:t>User Data Script</a:t>
            </a:r>
          </a:p>
        </p:txBody>
      </p:sp>
      <p:sp>
        <p:nvSpPr>
          <p:cNvPr id="9"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19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554999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Retrieve EC2 instance user data</a:t>
            </a:r>
          </a:p>
        </p:txBody>
      </p:sp>
      <p:sp>
        <p:nvSpPr>
          <p:cNvPr id="3" name="Content Placeholder 2"/>
          <p:cNvSpPr>
            <a:spLocks noGrp="1"/>
          </p:cNvSpPr>
          <p:nvPr>
            <p:ph idx="1"/>
          </p:nvPr>
        </p:nvSpPr>
        <p:spPr/>
        <p:txBody>
          <a:bodyPr/>
          <a:lstStyle/>
          <a:p>
            <a:pPr marL="0" indent="0">
              <a:buNone/>
            </a:pPr>
            <a:r>
              <a:rPr lang="en-US" sz="2400"/>
              <a:t>Examples of EC2 instance metadata include:</a:t>
            </a:r>
          </a:p>
        </p:txBody>
      </p:sp>
      <p:sp>
        <p:nvSpPr>
          <p:cNvPr id="6" name="Content Placeholder 2"/>
          <p:cNvSpPr txBox="1">
            <a:spLocks/>
          </p:cNvSpPr>
          <p:nvPr/>
        </p:nvSpPr>
        <p:spPr>
          <a:xfrm>
            <a:off x="419100" y="2101173"/>
            <a:ext cx="11353800" cy="4255177"/>
          </a:xfrm>
          <a:prstGeom prst="rect">
            <a:avLst/>
          </a:prstGeom>
          <a:solidFill>
            <a:schemeClr val="bg1">
              <a:lumMod val="8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800">
              <a:latin typeface="Courier New" panose="02070309020205020404" pitchFamily="49" charset="0"/>
              <a:ea typeface="Amazon Ember" panose="02000000000000000000" pitchFamily="2" charset="0"/>
              <a:cs typeface="Courier New" panose="02070309020205020404" pitchFamily="49" charset="0"/>
            </a:endParaRP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[ec2-user ~]$ curl http://169.254.169.254/latest/meta-data/    </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ami-id</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ami-launch-index</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ami-manifest-path</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block-device-mapping/</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events/</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hostname</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iam/</a:t>
            </a:r>
          </a:p>
          <a:p>
            <a:pPr marL="0" indent="0">
              <a:buFont typeface="Arial" panose="020B0604020202020204" pitchFamily="34" charset="0"/>
              <a:buNone/>
            </a:pPr>
            <a:r>
              <a:rPr lang="en-US" sz="2000">
                <a:latin typeface="Courier New" panose="02070309020205020404" pitchFamily="49" charset="0"/>
                <a:ea typeface="Amazon Ember" panose="02000000000000000000" pitchFamily="2" charset="0"/>
                <a:cs typeface="Courier New" panose="02070309020205020404" pitchFamily="49" charset="0"/>
              </a:rPr>
              <a:t>instance-action</a:t>
            </a:r>
          </a:p>
          <a:p>
            <a:pPr marL="0" indent="0">
              <a:buFont typeface="Arial" panose="020B0604020202020204" pitchFamily="34" charset="0"/>
              <a:buNone/>
            </a:pPr>
            <a:endParaRPr lang="en-US" sz="2400">
              <a:latin typeface="Courier New" panose="02070309020205020404" pitchFamily="49" charset="0"/>
              <a:ea typeface="Amazon Ember" panose="02000000000000000000" pitchFamily="2" charset="0"/>
              <a:cs typeface="Courier New" panose="02070309020205020404" pitchFamily="49" charset="0"/>
            </a:endParaRPr>
          </a:p>
        </p:txBody>
      </p:sp>
      <p:sp>
        <p:nvSpPr>
          <p:cNvPr id="7"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20</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669500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EC2 instance user data</a:t>
            </a:r>
          </a:p>
        </p:txBody>
      </p:sp>
      <p:sp>
        <p:nvSpPr>
          <p:cNvPr id="3" name="Content Placeholder 2"/>
          <p:cNvSpPr>
            <a:spLocks noGrp="1"/>
          </p:cNvSpPr>
          <p:nvPr>
            <p:ph idx="1"/>
          </p:nvPr>
        </p:nvSpPr>
        <p:spPr/>
        <p:txBody>
          <a:bodyPr/>
          <a:lstStyle/>
          <a:p>
            <a:pPr marL="0" indent="0">
              <a:buNone/>
            </a:pPr>
            <a:r>
              <a:rPr lang="en-US"/>
              <a:t>Example, with result:</a:t>
            </a:r>
            <a:endParaRPr lang="en-US">
              <a:latin typeface="Courier New" panose="02070309020205020404" pitchFamily="49" charset="0"/>
              <a:cs typeface="Courier New" panose="02070309020205020404" pitchFamily="49" charset="0"/>
            </a:endParaRPr>
          </a:p>
        </p:txBody>
      </p:sp>
      <p:sp>
        <p:nvSpPr>
          <p:cNvPr id="6" name="Content Placeholder 2"/>
          <p:cNvSpPr txBox="1">
            <a:spLocks/>
          </p:cNvSpPr>
          <p:nvPr/>
        </p:nvSpPr>
        <p:spPr>
          <a:xfrm>
            <a:off x="419100" y="2072688"/>
            <a:ext cx="11353800" cy="2452016"/>
          </a:xfrm>
          <a:prstGeom prst="rect">
            <a:avLst/>
          </a:prstGeom>
          <a:solidFill>
            <a:schemeClr val="bg1">
              <a:lumMod val="85000"/>
            </a:schemeClr>
          </a:solid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latin typeface="Courier New" panose="02070309020205020404" pitchFamily="49" charset="0"/>
                <a:ea typeface="Amazon Ember" panose="02000000000000000000" pitchFamily="2" charset="0"/>
                <a:cs typeface="Courier New" panose="02070309020205020404" pitchFamily="49" charset="0"/>
              </a:rPr>
              <a:t>[ec2-user ~]$ </a:t>
            </a:r>
            <a:r>
              <a:rPr lang="en-US" sz="2400" b="1">
                <a:latin typeface="Courier New" panose="02070309020205020404" pitchFamily="49" charset="0"/>
                <a:ea typeface="Amazon Ember" panose="02000000000000000000" pitchFamily="2" charset="0"/>
                <a:cs typeface="Courier New" panose="02070309020205020404" pitchFamily="49" charset="0"/>
              </a:rPr>
              <a:t>curl http://169.254.169.254/latest/user-data</a:t>
            </a:r>
            <a:endParaRPr lang="en-US" sz="2400">
              <a:latin typeface="Courier New" panose="02070309020205020404" pitchFamily="49" charset="0"/>
              <a:ea typeface="Amazon Ember" panose="02000000000000000000" pitchFamily="2" charset="0"/>
              <a:cs typeface="Courier New" panose="02070309020205020404" pitchFamily="49" charset="0"/>
            </a:endParaRPr>
          </a:p>
          <a:p>
            <a:pPr marL="0" indent="0">
              <a:buFont typeface="Arial" panose="020B0604020202020204" pitchFamily="34" charset="0"/>
              <a:buNone/>
            </a:pPr>
            <a:r>
              <a:rPr lang="en-US" sz="2400">
                <a:latin typeface="Courier New" panose="02070309020205020404" pitchFamily="49" charset="0"/>
                <a:ea typeface="Amazon Ember" panose="02000000000000000000" pitchFamily="2" charset="0"/>
                <a:cs typeface="Courier New" panose="02070309020205020404" pitchFamily="49" charset="0"/>
              </a:rPr>
              <a:t>#!/bin/bash</a:t>
            </a:r>
          </a:p>
          <a:p>
            <a:pPr marL="0" indent="0">
              <a:buFont typeface="Arial" panose="020B0604020202020204" pitchFamily="34" charset="0"/>
              <a:buNone/>
            </a:pPr>
            <a:r>
              <a:rPr lang="en-US" sz="2400">
                <a:latin typeface="Courier New" panose="02070309020205020404" pitchFamily="49" charset="0"/>
                <a:ea typeface="Amazon Ember" panose="02000000000000000000" pitchFamily="2" charset="0"/>
                <a:cs typeface="Courier New" panose="02070309020205020404" pitchFamily="49" charset="0"/>
              </a:rPr>
              <a:t>yum update -y</a:t>
            </a:r>
          </a:p>
          <a:p>
            <a:pPr marL="0" indent="0">
              <a:buFont typeface="Arial" panose="020B0604020202020204" pitchFamily="34" charset="0"/>
              <a:buNone/>
            </a:pPr>
            <a:r>
              <a:rPr lang="en-US" sz="2400">
                <a:latin typeface="Courier New" panose="02070309020205020404" pitchFamily="49" charset="0"/>
                <a:ea typeface="Amazon Ember" panose="02000000000000000000" pitchFamily="2" charset="0"/>
                <a:cs typeface="Courier New" panose="02070309020205020404" pitchFamily="49" charset="0"/>
              </a:rPr>
              <a:t>service httpd start</a:t>
            </a:r>
          </a:p>
          <a:p>
            <a:pPr marL="0" indent="0">
              <a:buFont typeface="Arial" panose="020B0604020202020204" pitchFamily="34" charset="0"/>
              <a:buNone/>
            </a:pPr>
            <a:r>
              <a:rPr lang="en-US" sz="2400">
                <a:latin typeface="Courier New" panose="02070309020205020404" pitchFamily="49" charset="0"/>
                <a:ea typeface="Amazon Ember" panose="02000000000000000000" pitchFamily="2" charset="0"/>
                <a:cs typeface="Courier New" panose="02070309020205020404" pitchFamily="49" charset="0"/>
              </a:rPr>
              <a:t>chkconfig httpd on</a:t>
            </a:r>
          </a:p>
          <a:p>
            <a:pPr marL="0" indent="0">
              <a:buFont typeface="Arial" panose="020B0604020202020204" pitchFamily="34" charset="0"/>
              <a:buNone/>
            </a:pPr>
            <a:endParaRPr lang="en-US" sz="2400">
              <a:latin typeface="Courier New" panose="02070309020205020404" pitchFamily="49" charset="0"/>
              <a:ea typeface="Amazon Ember" panose="02000000000000000000" pitchFamily="2" charset="0"/>
              <a:cs typeface="Courier New" panose="02070309020205020404" pitchFamily="49" charset="0"/>
            </a:endParaRPr>
          </a:p>
        </p:txBody>
      </p:sp>
      <p:sp>
        <p:nvSpPr>
          <p:cNvPr id="7"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21</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19325013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a:t>Additional metadata examples</a:t>
            </a:r>
          </a:p>
        </p:txBody>
      </p:sp>
      <p:sp>
        <p:nvSpPr>
          <p:cNvPr id="7" name="Content Placeholder 6"/>
          <p:cNvSpPr>
            <a:spLocks noGrp="1"/>
          </p:cNvSpPr>
          <p:nvPr>
            <p:ph idx="1"/>
          </p:nvPr>
        </p:nvSpPr>
        <p:spPr>
          <a:xfrm>
            <a:off x="425065" y="2240131"/>
            <a:ext cx="11353800" cy="1357597"/>
          </a:xfrm>
          <a:solidFill>
            <a:schemeClr val="bg1">
              <a:lumMod val="85000"/>
            </a:schemeClr>
          </a:solidFill>
        </p:spPr>
        <p:txBody>
          <a:bodyPr/>
          <a:lstStyle/>
          <a:p>
            <a:r>
              <a:rPr lang="en-US" sz="2400">
                <a:latin typeface="Courier New" panose="02070309020205020404" pitchFamily="49" charset="0"/>
                <a:cs typeface="Courier New" panose="02070309020205020404" pitchFamily="49" charset="0"/>
              </a:rPr>
              <a:t>[ec2-user ~]$ curl http://169.254.169.254/latest/meta-data/public-hostname</a:t>
            </a:r>
          </a:p>
          <a:p>
            <a:r>
              <a:rPr lang="en-US" sz="2400">
                <a:latin typeface="Courier New" panose="02070309020205020404" pitchFamily="49" charset="0"/>
                <a:cs typeface="Courier New" panose="02070309020205020404" pitchFamily="49" charset="0"/>
              </a:rPr>
              <a:t>ec2-203-0-113-25.compute-1.amazonaws.com</a:t>
            </a:r>
          </a:p>
          <a:p>
            <a:endParaRPr lang="en-US" sz="2400">
              <a:latin typeface="Courier New" panose="02070309020205020404" pitchFamily="49" charset="0"/>
              <a:cs typeface="Courier New" panose="02070309020205020404" pitchFamily="49" charset="0"/>
            </a:endParaRPr>
          </a:p>
        </p:txBody>
      </p:sp>
      <p:sp>
        <p:nvSpPr>
          <p:cNvPr id="8" name="Content Placeholder 7"/>
          <p:cNvSpPr>
            <a:spLocks noGrp="1"/>
          </p:cNvSpPr>
          <p:nvPr>
            <p:ph idx="13"/>
          </p:nvPr>
        </p:nvSpPr>
        <p:spPr>
          <a:xfrm>
            <a:off x="419100" y="5070859"/>
            <a:ext cx="11347835" cy="1235651"/>
          </a:xfrm>
          <a:solidFill>
            <a:schemeClr val="bg1">
              <a:lumMod val="85000"/>
            </a:schemeClr>
          </a:solidFill>
        </p:spPr>
        <p:txBody>
          <a:bodyPr/>
          <a:lstStyle/>
          <a:p>
            <a:r>
              <a:rPr lang="en-US" sz="2400">
                <a:latin typeface="Courier New" panose="02070309020205020404" pitchFamily="49" charset="0"/>
                <a:cs typeface="Courier New" panose="02070309020205020404" pitchFamily="49" charset="0"/>
              </a:rPr>
              <a:t>[ec2-user ~]$ curl http://</a:t>
            </a:r>
            <a:r>
              <a:rPr lang="en-US" sz="2000">
                <a:latin typeface="Courier New" panose="02070309020205020404" pitchFamily="49" charset="0"/>
                <a:cs typeface="Courier New" panose="02070309020205020404" pitchFamily="49" charset="0"/>
              </a:rPr>
              <a:t>169.254.169.254/latest/meta-data/network/interfaces/macs/02:29:96:8f:6a:2d/subnet-id</a:t>
            </a:r>
            <a:endParaRPr lang="en-US" sz="2400">
              <a:latin typeface="Courier New" panose="02070309020205020404" pitchFamily="49" charset="0"/>
              <a:cs typeface="Courier New" panose="02070309020205020404" pitchFamily="49" charset="0"/>
            </a:endParaRPr>
          </a:p>
          <a:p>
            <a:r>
              <a:rPr lang="en-US" sz="2400">
                <a:latin typeface="Courier New" panose="02070309020205020404" pitchFamily="49" charset="0"/>
                <a:cs typeface="Courier New" panose="02070309020205020404" pitchFamily="49" charset="0"/>
              </a:rPr>
              <a:t>subnet-be9b61d7</a:t>
            </a:r>
          </a:p>
          <a:p>
            <a:endParaRPr lang="en-US" sz="2400">
              <a:latin typeface="Courier New" panose="02070309020205020404" pitchFamily="49" charset="0"/>
              <a:cs typeface="Courier New" panose="02070309020205020404" pitchFamily="49" charset="0"/>
            </a:endParaRPr>
          </a:p>
        </p:txBody>
      </p:sp>
      <p:sp>
        <p:nvSpPr>
          <p:cNvPr id="9" name="Rectangle 8"/>
          <p:cNvSpPr/>
          <p:nvPr/>
        </p:nvSpPr>
        <p:spPr>
          <a:xfrm>
            <a:off x="324555" y="4066912"/>
            <a:ext cx="5182165" cy="954107"/>
          </a:xfrm>
          <a:prstGeom prst="rect">
            <a:avLst/>
          </a:prstGeom>
        </p:spPr>
        <p:txBody>
          <a:bodyPr wrap="square">
            <a:spAutoFit/>
          </a:bodyPr>
          <a:lstStyle/>
          <a:p>
            <a:r>
              <a:rPr lang="en-US" sz="2800">
                <a:latin typeface="Amazon Ember" panose="02000000000000000000" pitchFamily="2" charset="0"/>
              </a:rPr>
              <a:t>Example of retrieving the </a:t>
            </a:r>
            <a:r>
              <a:rPr lang="en-US" sz="2800" b="1">
                <a:solidFill>
                  <a:schemeClr val="tx2">
                    <a:lumMod val="75000"/>
                  </a:schemeClr>
                </a:solidFill>
                <a:latin typeface="Amazon Ember" panose="02000000000000000000" pitchFamily="2" charset="0"/>
              </a:rPr>
              <a:t>subnet ID for an instance</a:t>
            </a:r>
            <a:r>
              <a:rPr lang="en-US" sz="2800">
                <a:latin typeface="Amazon Ember" panose="02000000000000000000" pitchFamily="2" charset="0"/>
              </a:rPr>
              <a:t>:</a:t>
            </a:r>
          </a:p>
        </p:txBody>
      </p:sp>
      <p:sp>
        <p:nvSpPr>
          <p:cNvPr id="10" name="Rectangle 9"/>
          <p:cNvSpPr/>
          <p:nvPr/>
        </p:nvSpPr>
        <p:spPr>
          <a:xfrm>
            <a:off x="425065" y="1282195"/>
            <a:ext cx="5081655" cy="954107"/>
          </a:xfrm>
          <a:prstGeom prst="rect">
            <a:avLst/>
          </a:prstGeom>
        </p:spPr>
        <p:txBody>
          <a:bodyPr wrap="square">
            <a:spAutoFit/>
          </a:bodyPr>
          <a:lstStyle/>
          <a:p>
            <a:r>
              <a:rPr lang="en-US" sz="2800">
                <a:latin typeface="Amazon Ember" panose="02000000000000000000" pitchFamily="2" charset="0"/>
              </a:rPr>
              <a:t>Example of retrieving the </a:t>
            </a:r>
            <a:r>
              <a:rPr lang="en-US" sz="2800" b="1">
                <a:solidFill>
                  <a:schemeClr val="tx2">
                    <a:lumMod val="75000"/>
                  </a:schemeClr>
                </a:solidFill>
                <a:latin typeface="Amazon Ember" panose="02000000000000000000" pitchFamily="2" charset="0"/>
              </a:rPr>
              <a:t>public-hostname</a:t>
            </a:r>
            <a:r>
              <a:rPr lang="en-US" sz="2800">
                <a:latin typeface="Amazon Ember" panose="02000000000000000000" pitchFamily="2" charset="0"/>
              </a:rPr>
              <a:t>:</a:t>
            </a:r>
          </a:p>
        </p:txBody>
      </p:sp>
      <p:sp>
        <p:nvSpPr>
          <p:cNvPr id="11"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392284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19861">
            <a:off x="4943414" y="994325"/>
            <a:ext cx="2234685" cy="2224042"/>
          </a:xfrm>
          <a:prstGeom prst="rect">
            <a:avLst/>
          </a:prstGeom>
        </p:spPr>
      </p:pic>
      <p:sp>
        <p:nvSpPr>
          <p:cNvPr id="4" name="Rectangle 3"/>
          <p:cNvSpPr/>
          <p:nvPr/>
        </p:nvSpPr>
        <p:spPr>
          <a:xfrm>
            <a:off x="2139700" y="1162410"/>
            <a:ext cx="7795436" cy="19773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panose="02000000000000000000" pitchFamily="2" charset="0"/>
            </a:endParaRPr>
          </a:p>
        </p:txBody>
      </p:sp>
      <p:sp>
        <p:nvSpPr>
          <p:cNvPr id="2" name="Title 1"/>
          <p:cNvSpPr>
            <a:spLocks noGrp="1"/>
          </p:cNvSpPr>
          <p:nvPr>
            <p:ph type="title"/>
          </p:nvPr>
        </p:nvSpPr>
        <p:spPr/>
        <p:txBody>
          <a:bodyPr/>
          <a:lstStyle/>
          <a:p>
            <a:r>
              <a:rPr lang="en-US" b="1"/>
              <a:t>Key pairs</a:t>
            </a:r>
          </a:p>
        </p:txBody>
      </p:sp>
      <p:sp>
        <p:nvSpPr>
          <p:cNvPr id="5" name="TextBox 4"/>
          <p:cNvSpPr txBox="1"/>
          <p:nvPr/>
        </p:nvSpPr>
        <p:spPr>
          <a:xfrm>
            <a:off x="3925103" y="1977156"/>
            <a:ext cx="3880464" cy="584775"/>
          </a:xfrm>
          <a:prstGeom prst="rect">
            <a:avLst/>
          </a:prstGeom>
          <a:noFill/>
        </p:spPr>
        <p:txBody>
          <a:bodyPr wrap="square" rtlCol="0">
            <a:spAutoFit/>
          </a:bodyPr>
          <a:lstStyle/>
          <a:p>
            <a:pPr algn="ctr"/>
            <a:r>
              <a:rPr lang="en-US" sz="3200" b="1">
                <a:solidFill>
                  <a:srgbClr val="002060"/>
                </a:solidFill>
                <a:latin typeface="Amazon Ember" panose="020B0603020204020204" pitchFamily="34" charset="0"/>
                <a:ea typeface="Amazon Ember" panose="020B0603020204020204" pitchFamily="34" charset="0"/>
                <a:cs typeface="Amazon Ember" panose="020B0603020204020204" pitchFamily="34" charset="0"/>
              </a:rPr>
              <a:t>Remote Access</a:t>
            </a:r>
          </a:p>
        </p:txBody>
      </p:sp>
      <p:sp>
        <p:nvSpPr>
          <p:cNvPr id="69" name="Rectangle 68"/>
          <p:cNvSpPr/>
          <p:nvPr/>
        </p:nvSpPr>
        <p:spPr>
          <a:xfrm>
            <a:off x="5932512" y="3814136"/>
            <a:ext cx="4572000" cy="2460326"/>
          </a:xfrm>
          <a:prstGeom prst="rect">
            <a:avLst/>
          </a:prstGeom>
          <a:gradFill>
            <a:gsLst>
              <a:gs pos="100000">
                <a:sysClr val="window" lastClr="FFFFFF">
                  <a:lumMod val="75000"/>
                </a:sysClr>
              </a:gs>
              <a:gs pos="0">
                <a:sysClr val="window" lastClr="FFFFFF">
                  <a:lumMod val="95000"/>
                </a:sysClr>
              </a:gs>
            </a:gsLst>
            <a:lin ang="5400000" scaled="0"/>
          </a:gradFill>
          <a:ln w="12700" cap="flat" cmpd="sng" algn="ctr">
            <a:solidFill>
              <a:sysClr val="window" lastClr="FFFFFF">
                <a:lumMod val="50000"/>
              </a:sysClr>
            </a:solidFill>
            <a:prstDash val="solid"/>
          </a:ln>
          <a:effectLst>
            <a:reflection blurRad="6350" stA="52000" endA="300" endPos="20000" dir="5400000" sy="-100000" algn="bl" rotWithShape="0"/>
          </a:effectLst>
        </p:spPr>
        <p:txBody>
          <a:bodyPr lIns="162517" tIns="162517" rIns="162517" bIns="162517" rtlCol="0" anchor="t"/>
          <a:lstStyle/>
          <a:p>
            <a:endParaRPr lang="en-GB" sz="2844" kern="0">
              <a:solidFill>
                <a:sysClr val="windowText" lastClr="000000">
                  <a:lumMod val="85000"/>
                  <a:lumOff val="15000"/>
                </a:sysClr>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70" name="Rectangle 69"/>
          <p:cNvSpPr/>
          <p:nvPr/>
        </p:nvSpPr>
        <p:spPr>
          <a:xfrm>
            <a:off x="5932512" y="3102129"/>
            <a:ext cx="4572000" cy="683309"/>
          </a:xfrm>
          <a:prstGeom prst="rect">
            <a:avLst/>
          </a:prstGeom>
          <a:solidFill>
            <a:schemeClr val="accent6">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265">
              <a:solidFill>
                <a:prstClr val="white"/>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71" name="Rounded Rectangle 70"/>
          <p:cNvSpPr/>
          <p:nvPr/>
        </p:nvSpPr>
        <p:spPr>
          <a:xfrm>
            <a:off x="6057439" y="3139712"/>
            <a:ext cx="4342231" cy="573975"/>
          </a:xfrm>
          <a:prstGeom prst="round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44" b="1">
                <a:solidFill>
                  <a:prstClr val="white"/>
                </a:solidFill>
                <a:latin typeface="Amazon Ember" panose="02000000000000000000" pitchFamily="2" charset="0"/>
                <a:ea typeface="Amazon Ember" panose="02000000000000000000" pitchFamily="2" charset="0"/>
                <a:cs typeface="Amazon Ember Light" panose="020B0403020204020204" pitchFamily="34" charset="0"/>
              </a:rPr>
              <a:t>Windows</a:t>
            </a:r>
          </a:p>
        </p:txBody>
      </p:sp>
      <p:sp>
        <p:nvSpPr>
          <p:cNvPr id="73" name="TextBox 72"/>
          <p:cNvSpPr txBox="1"/>
          <p:nvPr/>
        </p:nvSpPr>
        <p:spPr>
          <a:xfrm>
            <a:off x="6057439" y="3765941"/>
            <a:ext cx="4383553" cy="2215607"/>
          </a:xfrm>
          <a:prstGeom prst="rect">
            <a:avLst/>
          </a:prstGeom>
          <a:noFill/>
        </p:spPr>
        <p:txBody>
          <a:bodyPr wrap="square" rtlCol="0" anchor="ctr">
            <a:spAutoFit/>
          </a:bodyPr>
          <a:lstStyle/>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Use RDP to log into instances.</a:t>
            </a:r>
          </a:p>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Uses an encrypted random password that can only be decrypted by using a private secret access key.</a:t>
            </a:r>
          </a:p>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Port 3389</a:t>
            </a:r>
          </a:p>
        </p:txBody>
      </p:sp>
      <p:sp>
        <p:nvSpPr>
          <p:cNvPr id="78" name="Rectangle 77"/>
          <p:cNvSpPr/>
          <p:nvPr/>
        </p:nvSpPr>
        <p:spPr>
          <a:xfrm>
            <a:off x="6796231" y="4670898"/>
            <a:ext cx="2888832" cy="13592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65">
              <a:solidFill>
                <a:prstClr val="white"/>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83" name="Rectangle 82"/>
          <p:cNvSpPr/>
          <p:nvPr/>
        </p:nvSpPr>
        <p:spPr>
          <a:xfrm>
            <a:off x="1320469" y="3814136"/>
            <a:ext cx="4544866" cy="2468052"/>
          </a:xfrm>
          <a:prstGeom prst="rect">
            <a:avLst/>
          </a:prstGeom>
          <a:gradFill>
            <a:gsLst>
              <a:gs pos="100000">
                <a:sysClr val="window" lastClr="FFFFFF">
                  <a:lumMod val="75000"/>
                </a:sysClr>
              </a:gs>
              <a:gs pos="0">
                <a:sysClr val="window" lastClr="FFFFFF">
                  <a:lumMod val="95000"/>
                </a:sysClr>
              </a:gs>
            </a:gsLst>
            <a:lin ang="5400000" scaled="0"/>
          </a:gradFill>
          <a:ln w="12700" cap="flat" cmpd="sng" algn="ctr">
            <a:solidFill>
              <a:sysClr val="window" lastClr="FFFFFF">
                <a:lumMod val="50000"/>
              </a:sysClr>
            </a:solidFill>
            <a:prstDash val="solid"/>
          </a:ln>
          <a:effectLst>
            <a:reflection blurRad="6350" stA="52000" endA="300" endPos="20000" dir="5400000" sy="-100000" algn="bl" rotWithShape="0"/>
          </a:effectLst>
        </p:spPr>
        <p:txBody>
          <a:bodyPr lIns="162517" tIns="162517" rIns="162517" bIns="162517" rtlCol="0" anchor="t"/>
          <a:lstStyle/>
          <a:p>
            <a:endParaRPr lang="en-GB" sz="2844" b="1" kern="0">
              <a:solidFill>
                <a:sysClr val="windowText" lastClr="000000">
                  <a:lumMod val="85000"/>
                  <a:lumOff val="15000"/>
                </a:sysClr>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84" name="Rectangle 83"/>
          <p:cNvSpPr/>
          <p:nvPr/>
        </p:nvSpPr>
        <p:spPr>
          <a:xfrm>
            <a:off x="1320469" y="3102129"/>
            <a:ext cx="4572000" cy="683309"/>
          </a:xfrm>
          <a:prstGeom prst="rect">
            <a:avLst/>
          </a:prstGeom>
          <a:solidFill>
            <a:schemeClr val="accent5">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265">
              <a:solidFill>
                <a:schemeClr val="accent5">
                  <a:lumMod val="75000"/>
                </a:schemeClr>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85" name="Rounded Rectangle 84"/>
          <p:cNvSpPr/>
          <p:nvPr/>
        </p:nvSpPr>
        <p:spPr>
          <a:xfrm>
            <a:off x="1445396" y="3139712"/>
            <a:ext cx="4342231" cy="573975"/>
          </a:xfrm>
          <a:prstGeom prst="round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844" b="1">
                <a:solidFill>
                  <a:prstClr val="white"/>
                </a:solidFill>
                <a:latin typeface="Amazon Ember" panose="02000000000000000000" pitchFamily="2" charset="0"/>
                <a:ea typeface="Amazon Ember" panose="02000000000000000000" pitchFamily="2" charset="0"/>
                <a:cs typeface="Amazon Ember Light" panose="020B0403020204020204" pitchFamily="34" charset="0"/>
              </a:rPr>
              <a:t>Linux</a:t>
            </a:r>
          </a:p>
        </p:txBody>
      </p:sp>
      <p:sp>
        <p:nvSpPr>
          <p:cNvPr id="86" name="TextBox 85"/>
          <p:cNvSpPr txBox="1"/>
          <p:nvPr/>
        </p:nvSpPr>
        <p:spPr>
          <a:xfrm>
            <a:off x="1445396" y="3765941"/>
            <a:ext cx="4383553" cy="2215607"/>
          </a:xfrm>
          <a:prstGeom prst="rect">
            <a:avLst/>
          </a:prstGeom>
          <a:noFill/>
        </p:spPr>
        <p:txBody>
          <a:bodyPr wrap="square" rtlCol="0" anchor="ctr">
            <a:spAutoFit/>
          </a:bodyPr>
          <a:lstStyle/>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Use SSH to log into an instance.</a:t>
            </a:r>
          </a:p>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Password-only authentication is disabled on Linux by default.</a:t>
            </a:r>
          </a:p>
          <a:p>
            <a:pPr marL="342900" indent="-342900">
              <a:spcBef>
                <a:spcPts val="600"/>
              </a:spcBef>
              <a:buFont typeface="Arial" panose="020B0604020202020204" pitchFamily="34" charset="0"/>
              <a:buChar char="•"/>
            </a:pPr>
            <a:r>
              <a:rPr lang="en-US" sz="2133" b="1">
                <a:solidFill>
                  <a:prstClr val="black">
                    <a:lumMod val="75000"/>
                    <a:lumOff val="25000"/>
                  </a:prstClr>
                </a:solidFill>
                <a:latin typeface="Amazon Ember" panose="02000000000000000000" pitchFamily="2" charset="0"/>
                <a:ea typeface="Amazon Ember" panose="02000000000000000000" pitchFamily="2" charset="0"/>
                <a:cs typeface="Amazon Ember Light" panose="020B0403020204020204" pitchFamily="34" charset="0"/>
              </a:rPr>
              <a:t>Port 22</a:t>
            </a:r>
          </a:p>
        </p:txBody>
      </p:sp>
      <p:sp>
        <p:nvSpPr>
          <p:cNvPr id="87" name="Rectangle 86"/>
          <p:cNvSpPr/>
          <p:nvPr/>
        </p:nvSpPr>
        <p:spPr>
          <a:xfrm>
            <a:off x="2184188" y="4670898"/>
            <a:ext cx="2888832" cy="13592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65">
              <a:solidFill>
                <a:prstClr val="white"/>
              </a:solidFill>
              <a:latin typeface="Amazon Ember" panose="02000000000000000000" pitchFamily="2" charset="0"/>
              <a:ea typeface="Amazon Ember" panose="02000000000000000000" pitchFamily="2" charset="0"/>
              <a:cs typeface="Amazon Ember Light" panose="020B0403020204020204" pitchFamily="34" charset="0"/>
            </a:endParaRPr>
          </a:p>
        </p:txBody>
      </p:sp>
      <p:sp>
        <p:nvSpPr>
          <p:cNvPr id="88" name="Oval 87"/>
          <p:cNvSpPr/>
          <p:nvPr/>
        </p:nvSpPr>
        <p:spPr>
          <a:xfrm>
            <a:off x="770878" y="2686965"/>
            <a:ext cx="1097280" cy="1096091"/>
          </a:xfrm>
          <a:prstGeom prst="ellipse">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a:solidFill>
                  <a:prstClr val="white"/>
                </a:solidFill>
                <a:latin typeface="Amazon Ember" panose="02000000000000000000" pitchFamily="2" charset="0"/>
                <a:ea typeface="Amazon Ember" panose="02000000000000000000" pitchFamily="2" charset="0"/>
                <a:cs typeface="Amazon Ember Light" charset="0"/>
              </a:rPr>
              <a:t>SSH</a:t>
            </a:r>
          </a:p>
        </p:txBody>
      </p:sp>
      <p:sp>
        <p:nvSpPr>
          <p:cNvPr id="89" name="Oval 88"/>
          <p:cNvSpPr/>
          <p:nvPr/>
        </p:nvSpPr>
        <p:spPr>
          <a:xfrm>
            <a:off x="9953491" y="2682703"/>
            <a:ext cx="1097280" cy="1097280"/>
          </a:xfrm>
          <a:prstGeom prst="ellipse">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33" b="1">
                <a:solidFill>
                  <a:prstClr val="white"/>
                </a:solidFill>
                <a:latin typeface="Amazon Ember" panose="02000000000000000000" pitchFamily="2" charset="0"/>
                <a:ea typeface="Amazon Ember" panose="02000000000000000000" pitchFamily="2" charset="0"/>
                <a:cs typeface="Amazon Ember Light" charset="0"/>
              </a:rPr>
              <a:t>RDP</a:t>
            </a:r>
          </a:p>
        </p:txBody>
      </p:sp>
      <p:sp>
        <p:nvSpPr>
          <p:cNvPr id="20"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23</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3075843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Post-launch configuration options</a:t>
            </a:r>
          </a:p>
        </p:txBody>
      </p:sp>
      <p:graphicFrame>
        <p:nvGraphicFramePr>
          <p:cNvPr id="4" name="Diagram 3"/>
          <p:cNvGraphicFramePr/>
          <p:nvPr>
            <p:extLst>
              <p:ext uri="{D42A27DB-BD31-4B8C-83A1-F6EECF244321}">
                <p14:modId xmlns:p14="http://schemas.microsoft.com/office/powerpoint/2010/main" val="2687390629"/>
              </p:ext>
            </p:extLst>
          </p:nvPr>
        </p:nvGraphicFramePr>
        <p:xfrm>
          <a:off x="419099" y="1395662"/>
          <a:ext cx="11387889" cy="50532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384487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Launch Amazon EC2 in the AWS CLI</a:t>
            </a:r>
          </a:p>
        </p:txBody>
      </p:sp>
      <p:sp>
        <p:nvSpPr>
          <p:cNvPr id="5" name="Rounded Rectangle 4"/>
          <p:cNvSpPr/>
          <p:nvPr/>
        </p:nvSpPr>
        <p:spPr>
          <a:xfrm>
            <a:off x="427226" y="2279955"/>
            <a:ext cx="11227746" cy="2988731"/>
          </a:xfrm>
          <a:prstGeom prst="roundRect">
            <a:avLst>
              <a:gd name="adj" fmla="val 8061"/>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182880" tIns="182880" rIns="182880" bIns="182880" rtlCol="0" anchor="t" anchorCtr="0">
            <a:noAutofit/>
          </a:bodyPr>
          <a:lstStyle/>
          <a:p>
            <a:r>
              <a:rPr lang="en-US" b="1">
                <a:solidFill>
                  <a:schemeClr val="accent1">
                    <a:lumMod val="75000"/>
                  </a:schemeClr>
                </a:solidFill>
                <a:latin typeface="Courier New" panose="02070309020205020404" pitchFamily="49" charset="0"/>
                <a:cs typeface="Courier New" panose="02070309020205020404" pitchFamily="49" charset="0"/>
              </a:rPr>
              <a:t>aws ec2 run-instances </a:t>
            </a:r>
          </a:p>
          <a:p>
            <a:r>
              <a:rPr lang="en-US" b="1">
                <a:solidFill>
                  <a:schemeClr val="accent1">
                    <a:lumMod val="75000"/>
                  </a:schemeClr>
                </a:solidFill>
                <a:latin typeface="Courier New" panose="02070309020205020404" pitchFamily="49" charset="0"/>
                <a:cs typeface="Courier New" panose="02070309020205020404" pitchFamily="49" charset="0"/>
              </a:rPr>
              <a:t>--image-id </a:t>
            </a:r>
            <a:r>
              <a:rPr lang="en-US" b="1">
                <a:solidFill>
                  <a:schemeClr val="accent6">
                    <a:lumMod val="75000"/>
                  </a:schemeClr>
                </a:solidFill>
                <a:latin typeface="Courier New" panose="02070309020205020404" pitchFamily="49" charset="0"/>
                <a:cs typeface="Courier New" panose="02070309020205020404" pitchFamily="49" charset="0"/>
              </a:rPr>
              <a:t>ami-0123456789012345</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--instance-type </a:t>
            </a:r>
            <a:r>
              <a:rPr lang="en-US" b="1">
                <a:solidFill>
                  <a:schemeClr val="accent6">
                    <a:lumMod val="75000"/>
                  </a:schemeClr>
                </a:solidFill>
                <a:latin typeface="Courier New" panose="02070309020205020404" pitchFamily="49" charset="0"/>
                <a:cs typeface="Courier New" panose="02070309020205020404" pitchFamily="49" charset="0"/>
              </a:rPr>
              <a:t>t2.micro </a:t>
            </a:r>
            <a:br>
              <a:rPr lang="en-US" b="1">
                <a:solidFill>
                  <a:schemeClr val="accent2">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--key-name </a:t>
            </a:r>
            <a:r>
              <a:rPr lang="en-US" b="1">
                <a:solidFill>
                  <a:schemeClr val="accent6">
                    <a:lumMod val="75000"/>
                  </a:schemeClr>
                </a:solidFill>
                <a:latin typeface="Courier New" panose="02070309020205020404" pitchFamily="49" charset="0"/>
                <a:cs typeface="Courier New" panose="02070309020205020404" pitchFamily="49" charset="0"/>
              </a:rPr>
              <a:t>mykeypair</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--security-group-ids </a:t>
            </a:r>
            <a:r>
              <a:rPr lang="en-US" b="1">
                <a:solidFill>
                  <a:schemeClr val="accent6">
                    <a:lumMod val="75000"/>
                  </a:schemeClr>
                </a:solidFill>
                <a:latin typeface="Courier New" panose="02070309020205020404" pitchFamily="49" charset="0"/>
                <a:cs typeface="Courier New" panose="02070309020205020404" pitchFamily="49" charset="0"/>
              </a:rPr>
              <a:t>sg-0123456789012345</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--subnet-id </a:t>
            </a:r>
            <a:r>
              <a:rPr lang="en-US" b="1">
                <a:solidFill>
                  <a:schemeClr val="accent6">
                    <a:lumMod val="75000"/>
                  </a:schemeClr>
                </a:solidFill>
                <a:latin typeface="Courier New" panose="02070309020205020404" pitchFamily="49" charset="0"/>
                <a:cs typeface="Courier New" panose="02070309020205020404" pitchFamily="49" charset="0"/>
              </a:rPr>
              <a:t>subnet-0123456789012345</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--iam-instance-profile </a:t>
            </a:r>
            <a:r>
              <a:rPr lang="en-US" b="1">
                <a:solidFill>
                  <a:schemeClr val="accent6">
                    <a:lumMod val="75000"/>
                  </a:schemeClr>
                </a:solidFill>
                <a:latin typeface="Courier New" panose="02070309020205020404" pitchFamily="49" charset="0"/>
                <a:cs typeface="Courier New" panose="02070309020205020404" pitchFamily="49" charset="0"/>
              </a:rPr>
              <a:t>Name=EC2Admin</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--user-data </a:t>
            </a:r>
            <a:r>
              <a:rPr lang="en-US" b="1">
                <a:solidFill>
                  <a:schemeClr val="accent6">
                    <a:lumMod val="75000"/>
                  </a:schemeClr>
                </a:solidFill>
                <a:latin typeface="Courier New" panose="02070309020205020404" pitchFamily="49" charset="0"/>
                <a:cs typeface="Courier New" panose="02070309020205020404" pitchFamily="49" charset="0"/>
              </a:rPr>
              <a:t>file://UserData.txt</a:t>
            </a:r>
            <a:br>
              <a:rPr lang="en-US" b="1">
                <a:solidFill>
                  <a:schemeClr val="accent1">
                    <a:lumMod val="75000"/>
                  </a:schemeClr>
                </a:solidFill>
                <a:latin typeface="Courier New" panose="02070309020205020404" pitchFamily="49" charset="0"/>
                <a:cs typeface="Courier New" panose="02070309020205020404" pitchFamily="49" charset="0"/>
              </a:rPr>
            </a:br>
            <a:r>
              <a:rPr lang="en-US" b="1">
                <a:solidFill>
                  <a:schemeClr val="accent1">
                    <a:lumMod val="75000"/>
                  </a:schemeClr>
                </a:solidFill>
                <a:latin typeface="Courier New" panose="02070309020205020404" pitchFamily="49" charset="0"/>
                <a:cs typeface="Courier New" panose="02070309020205020404" pitchFamily="49" charset="0"/>
              </a:rPr>
              <a:t>--tag-specifications </a:t>
            </a:r>
            <a:r>
              <a:rPr lang="en-US" b="1">
                <a:solidFill>
                  <a:schemeClr val="accent6">
                    <a:lumMod val="75000"/>
                  </a:schemeClr>
                </a:solidFill>
                <a:latin typeface="Courier New" panose="02070309020205020404" pitchFamily="49" charset="0"/>
                <a:cs typeface="Courier New" panose="02070309020205020404" pitchFamily="49" charset="0"/>
              </a:rPr>
              <a:t>'ResourceType=instance,Tags=[{Key=Name,Value=WebServer}]'</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25</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275087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57AF45B-C20A-5F4E-906A-B043D9D7F28E}"/>
              </a:ext>
            </a:extLst>
          </p:cNvPr>
          <p:cNvSpPr/>
          <p:nvPr/>
        </p:nvSpPr>
        <p:spPr>
          <a:xfrm>
            <a:off x="-2" y="0"/>
            <a:ext cx="5125762" cy="6875492"/>
          </a:xfrm>
          <a:prstGeom prst="rect">
            <a:avLst/>
          </a:prstGeom>
          <a:solidFill>
            <a:srgbClr val="232F3E"/>
          </a:solidFill>
          <a:ln w="9525" cap="flat" cmpd="sng" algn="ctr">
            <a:noFill/>
            <a:prstDash val="soli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mazon Ember" panose="02000000000000000000" pitchFamily="2" charset="0"/>
              <a:ea typeface="+mn-ea"/>
              <a:cs typeface="+mn-cs"/>
            </a:endParaRPr>
          </a:p>
        </p:txBody>
      </p:sp>
      <p:pic>
        <p:nvPicPr>
          <p:cNvPr id="11" name="Picture 10">
            <a:extLst>
              <a:ext uri="{FF2B5EF4-FFF2-40B4-BE49-F238E27FC236}">
                <a16:creationId xmlns:a16="http://schemas.microsoft.com/office/drawing/2014/main" id="{280E0825-B265-3846-8BB3-B9ECFCCA9B2D}"/>
              </a:ext>
            </a:extLst>
          </p:cNvPr>
          <p:cNvPicPr>
            <a:picLocks noChangeAspect="1"/>
          </p:cNvPicPr>
          <p:nvPr/>
        </p:nvPicPr>
        <p:blipFill>
          <a:blip r:embed="rId4"/>
          <a:stretch>
            <a:fillRect/>
          </a:stretch>
        </p:blipFill>
        <p:spPr>
          <a:xfrm>
            <a:off x="9909200" y="365126"/>
            <a:ext cx="1772652" cy="449072"/>
          </a:xfrm>
          <a:prstGeom prst="rect">
            <a:avLst/>
          </a:prstGeom>
        </p:spPr>
      </p:pic>
      <p:sp>
        <p:nvSpPr>
          <p:cNvPr id="4" name="Title 3"/>
          <p:cNvSpPr>
            <a:spLocks noGrp="1"/>
          </p:cNvSpPr>
          <p:nvPr>
            <p:ph type="title"/>
          </p:nvPr>
        </p:nvSpPr>
        <p:spPr>
          <a:xfrm>
            <a:off x="597222" y="470709"/>
            <a:ext cx="3932237" cy="1600200"/>
          </a:xfrm>
          <a:noFill/>
          <a:ln>
            <a:solidFill>
              <a:schemeClr val="bg1"/>
            </a:solidFill>
          </a:ln>
        </p:spPr>
        <p:txBody>
          <a:bodyPr anchor="ctr"/>
          <a:lstStyle/>
          <a:p>
            <a:pPr algn="ctr"/>
            <a:r>
              <a:rPr lang="en-US">
                <a:solidFill>
                  <a:schemeClr val="bg1"/>
                </a:solidFill>
              </a:rPr>
              <a:t>Key Takeaway</a:t>
            </a:r>
          </a:p>
        </p:txBody>
      </p:sp>
      <p:pic>
        <p:nvPicPr>
          <p:cNvPr id="8" name="Picture Placeholder 6"/>
          <p:cNvPicPr>
            <a:picLocks noChangeAspect="1"/>
          </p:cNvPicPr>
          <p:nvPr/>
        </p:nvPicPr>
        <p:blipFill>
          <a:blip r:embed="rId5" cstate="print">
            <a:extLst>
              <a:ext uri="{28A0092B-C50C-407E-A947-70E740481C1C}">
                <a14:useLocalDpi xmlns:a14="http://schemas.microsoft.com/office/drawing/2010/main" val="0"/>
              </a:ext>
            </a:extLst>
          </a:blip>
          <a:srcRect l="4146" r="4146"/>
          <a:stretch>
            <a:fillRect/>
          </a:stretch>
        </p:blipFill>
        <p:spPr>
          <a:xfrm>
            <a:off x="597222" y="2770357"/>
            <a:ext cx="3931314" cy="3104201"/>
          </a:xfrm>
          <a:prstGeom prst="rect">
            <a:avLst/>
          </a:prstGeom>
        </p:spPr>
      </p:pic>
      <p:sp>
        <p:nvSpPr>
          <p:cNvPr id="5" name="Rectangle 4"/>
          <p:cNvSpPr/>
          <p:nvPr/>
        </p:nvSpPr>
        <p:spPr>
          <a:xfrm>
            <a:off x="5585852" y="959470"/>
            <a:ext cx="6096000" cy="5293757"/>
          </a:xfrm>
          <a:prstGeom prst="rect">
            <a:avLst/>
          </a:prstGeom>
        </p:spPr>
        <p:txBody>
          <a:bodyPr>
            <a:spAutoFit/>
          </a:bodyPr>
          <a:lstStyle/>
          <a:p>
            <a:pPr marL="228600" marR="0" lvl="0" indent="-22860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Do not store</a:t>
            </a:r>
            <a:r>
              <a:rPr kumimoji="0" lang="en-US" sz="2400" b="0" i="0" u="none" strike="noStrike" kern="1200" cap="none" spc="0" normalizeH="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 permanent access keys on EC2 </a:t>
            </a:r>
            <a:r>
              <a:rPr lang="en-US" sz="2400" err="1">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i</a:t>
            </a:r>
            <a:r>
              <a:rPr kumimoji="0" lang="en-US" sz="2400" b="0" i="0" u="none" strike="noStrike" kern="1200" cap="none" spc="0" normalizeH="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nstance </a:t>
            </a: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p</a:t>
            </a:r>
            <a:r>
              <a:rPr kumimoji="0" lang="en-US" sz="2400" b="0" i="0" u="none" strike="noStrike" kern="1200" cap="none" spc="0" normalizeH="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rPr>
              <a:t>rofile</a:t>
            </a:r>
            <a:endPar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defRP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Choose an instance type that best suits your application requirement. If required, change instance type in future.</a:t>
            </a:r>
            <a:endPar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Elastic Block Storage (EBS) options include:</a:t>
            </a:r>
          </a:p>
          <a:p>
            <a:pPr marL="685800" lvl="1" indent="-228600">
              <a:spcBef>
                <a:spcPts val="600"/>
              </a:spcBef>
              <a:spcAft>
                <a:spcPts val="600"/>
              </a:spcAft>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Solid state drives (SSD)</a:t>
            </a:r>
          </a:p>
          <a:p>
            <a:pPr marL="685800" lvl="1" indent="-228600">
              <a:spcBef>
                <a:spcPts val="600"/>
              </a:spcBef>
              <a:spcAft>
                <a:spcPts val="600"/>
              </a:spcAft>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Hard disk drives (HDD)</a:t>
            </a:r>
            <a:endParaRPr kumimoji="0" lang="en-US" sz="2400" b="0" i="0" u="none" strike="noStrike" kern="1200" cap="none" spc="0" normalizeH="0" baseline="0" noProof="0">
              <a:ln>
                <a:noFill/>
              </a:ln>
              <a:solidFill>
                <a:srgbClr val="000000"/>
              </a:solidFill>
              <a:effectLst/>
              <a:uLnTx/>
              <a:uFillTx/>
              <a:latin typeface="Amazon Ember" panose="02000000000000000000" pitchFamily="2" charset="0"/>
              <a:ea typeface="Amazon Ember" panose="02000000000000000000" pitchFamily="2" charset="0"/>
              <a:cs typeface="Amazon Ember Light" panose="020B0403020204020204" pitchFamily="34" charset="0"/>
            </a:endParaRPr>
          </a:p>
          <a:p>
            <a:pPr marL="228600" lvl="0" indent="-228600">
              <a:spcBef>
                <a:spcPts val="600"/>
              </a:spcBef>
              <a:spcAft>
                <a:spcPts val="600"/>
              </a:spcAft>
              <a:buFont typeface="Arial" panose="020B0604020202020204" pitchFamily="34" charset="0"/>
              <a:buChar char="•"/>
            </a:pPr>
            <a:r>
              <a:rPr lang="en-US" sz="2400">
                <a:solidFill>
                  <a:srgbClr val="000000"/>
                </a:solidFill>
                <a:latin typeface="Amazon Ember" panose="02000000000000000000" pitchFamily="2" charset="0"/>
                <a:ea typeface="Amazon Ember" panose="02000000000000000000" pitchFamily="2" charset="0"/>
                <a:cs typeface="Amazon Ember Light" panose="020B0403020204020204" pitchFamily="34" charset="0"/>
              </a:rPr>
              <a:t>EC2 instance metadata can be accessed programmatically to configure or manage the instance.</a:t>
            </a:r>
          </a:p>
        </p:txBody>
      </p:sp>
      <p:sp>
        <p:nvSpPr>
          <p:cNvPr id="7"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chemeClr val="bg1"/>
                </a:solidFill>
              </a:rPr>
              <a:t>© 2019 Amazon Web Services, Inc. or its Affiliates. All rights reserved.</a:t>
            </a:r>
          </a:p>
        </p:txBody>
      </p:sp>
      <p:sp>
        <p:nvSpPr>
          <p:cNvPr id="2" name="Slide Number Placeholder 1"/>
          <p:cNvSpPr>
            <a:spLocks noGrp="1"/>
          </p:cNvSpPr>
          <p:nvPr>
            <p:ph type="sldNum" sz="quarter" idx="12"/>
          </p:nvPr>
        </p:nvSpPr>
        <p:spPr/>
        <p:txBody>
          <a:bodyPr/>
          <a:lstStyle/>
          <a:p>
            <a:fld id="{6C47991C-E129-4F74-8F6E-9664FAB5CE8D}" type="slidenum">
              <a:rPr lang="en-US" smtClean="0"/>
              <a:pPr/>
              <a:t>26</a:t>
            </a:fld>
            <a:endParaRPr lang="en-US"/>
          </a:p>
        </p:txBody>
      </p:sp>
    </p:spTree>
    <p:custDataLst>
      <p:tags r:id="rId1"/>
    </p:custDataLst>
    <p:extLst>
      <p:ext uri="{BB962C8B-B14F-4D97-AF65-F5344CB8AC3E}">
        <p14:creationId xmlns:p14="http://schemas.microsoft.com/office/powerpoint/2010/main" val="1337985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Managing your AWS instances</a:t>
            </a:r>
          </a:p>
        </p:txBody>
      </p:sp>
      <p:sp>
        <p:nvSpPr>
          <p:cNvPr id="3" name="Text Placeholder 2"/>
          <p:cNvSpPr>
            <a:spLocks noGrp="1"/>
          </p:cNvSpPr>
          <p:nvPr>
            <p:ph type="body" sz="quarter" idx="10"/>
          </p:nvPr>
        </p:nvSpPr>
        <p:spPr/>
        <p:txBody>
          <a:bodyPr/>
          <a:lstStyle/>
          <a:p>
            <a:r>
              <a:rPr lang="en-US"/>
              <a:t>Module 3: Computing (Servers)</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14104524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a:t>Lifecycle states of an EC2 instance</a:t>
            </a:r>
          </a:p>
        </p:txBody>
      </p:sp>
      <p:sp>
        <p:nvSpPr>
          <p:cNvPr id="6" name="Oval 5"/>
          <p:cNvSpPr/>
          <p:nvPr/>
        </p:nvSpPr>
        <p:spPr>
          <a:xfrm>
            <a:off x="6198243" y="1625197"/>
            <a:ext cx="2059583" cy="2059583"/>
          </a:xfrm>
          <a:prstGeom prst="ellipse">
            <a:avLst/>
          </a:prstGeom>
          <a:solidFill>
            <a:schemeClr val="accent6"/>
          </a:soli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latin typeface="Amazon Ember" panose="02000000000000000000" pitchFamily="2" charset="0"/>
                <a:ea typeface="Amazon Ember" panose="02000000000000000000" pitchFamily="2" charset="0"/>
              </a:rPr>
              <a:t>Stopped</a:t>
            </a:r>
          </a:p>
        </p:txBody>
      </p:sp>
      <p:cxnSp>
        <p:nvCxnSpPr>
          <p:cNvPr id="19" name="Curved Connector 18"/>
          <p:cNvCxnSpPr/>
          <p:nvPr/>
        </p:nvCxnSpPr>
        <p:spPr>
          <a:xfrm rot="5400000" flipH="1" flipV="1">
            <a:off x="6637143" y="708307"/>
            <a:ext cx="357275" cy="4457799"/>
          </a:xfrm>
          <a:prstGeom prst="curvedConnector3">
            <a:avLst>
              <a:gd name="adj1" fmla="val -180569"/>
            </a:avLst>
          </a:prstGeom>
          <a:ln>
            <a:solidFill>
              <a:schemeClr val="accent6"/>
            </a:solidFill>
            <a:tailEnd type="triangle"/>
          </a:ln>
        </p:spPr>
        <p:style>
          <a:lnRef idx="3">
            <a:schemeClr val="accent5"/>
          </a:lnRef>
          <a:fillRef idx="0">
            <a:schemeClr val="accent5"/>
          </a:fillRef>
          <a:effectRef idx="2">
            <a:schemeClr val="accent5"/>
          </a:effectRef>
          <a:fontRef idx="minor">
            <a:schemeClr val="tx1"/>
          </a:fontRef>
        </p:style>
      </p:cxnSp>
      <p:sp>
        <p:nvSpPr>
          <p:cNvPr id="27" name="Rectangle 26"/>
          <p:cNvSpPr/>
          <p:nvPr/>
        </p:nvSpPr>
        <p:spPr>
          <a:xfrm>
            <a:off x="4209825" y="1323930"/>
            <a:ext cx="1148071" cy="338554"/>
          </a:xfrm>
          <a:prstGeom prst="rect">
            <a:avLst/>
          </a:prstGeom>
        </p:spPr>
        <p:txBody>
          <a:bodyPr wrap="none">
            <a:spAutoFit/>
          </a:bodyPr>
          <a:lstStyle/>
          <a:p>
            <a:r>
              <a:rPr lang="en-US" sz="1600">
                <a:latin typeface="Amazon Ember" panose="02000000000000000000" pitchFamily="2" charset="0"/>
                <a:ea typeface="Amazon Ember" panose="02000000000000000000" pitchFamily="2" charset="0"/>
              </a:rPr>
              <a:t>Rebooting</a:t>
            </a:r>
          </a:p>
        </p:txBody>
      </p:sp>
      <p:sp>
        <p:nvSpPr>
          <p:cNvPr id="28" name="Rectangle 27"/>
          <p:cNvSpPr/>
          <p:nvPr/>
        </p:nvSpPr>
        <p:spPr>
          <a:xfrm>
            <a:off x="4735893" y="2967454"/>
            <a:ext cx="1561646" cy="338554"/>
          </a:xfrm>
          <a:prstGeom prst="rect">
            <a:avLst/>
          </a:prstGeom>
        </p:spPr>
        <p:txBody>
          <a:bodyPr wrap="none">
            <a:spAutoFit/>
          </a:bodyPr>
          <a:lstStyle/>
          <a:p>
            <a:pPr algn="ctr"/>
            <a:r>
              <a:rPr lang="en-US" sz="1600">
                <a:latin typeface="Amazon Ember" panose="02000000000000000000" pitchFamily="2" charset="0"/>
                <a:ea typeface="Amazon Ember" panose="02000000000000000000" pitchFamily="2" charset="0"/>
              </a:rPr>
              <a:t>Shutting down</a:t>
            </a:r>
          </a:p>
        </p:txBody>
      </p:sp>
      <p:sp>
        <p:nvSpPr>
          <p:cNvPr id="31" name="Rectangle 30"/>
          <p:cNvSpPr/>
          <p:nvPr/>
        </p:nvSpPr>
        <p:spPr>
          <a:xfrm>
            <a:off x="975051" y="2124865"/>
            <a:ext cx="950901" cy="338554"/>
          </a:xfrm>
          <a:prstGeom prst="rect">
            <a:avLst/>
          </a:prstGeom>
        </p:spPr>
        <p:txBody>
          <a:bodyPr wrap="none">
            <a:spAutoFit/>
          </a:bodyPr>
          <a:lstStyle/>
          <a:p>
            <a:r>
              <a:rPr lang="en-US" sz="1600">
                <a:latin typeface="Amazon Ember" panose="02000000000000000000" pitchFamily="2" charset="0"/>
                <a:ea typeface="Amazon Ember" panose="02000000000000000000" pitchFamily="2" charset="0"/>
              </a:rPr>
              <a:t>Pending</a:t>
            </a:r>
          </a:p>
        </p:txBody>
      </p:sp>
      <p:sp>
        <p:nvSpPr>
          <p:cNvPr id="53" name="Rectangle 52"/>
          <p:cNvSpPr/>
          <p:nvPr/>
        </p:nvSpPr>
        <p:spPr>
          <a:xfrm>
            <a:off x="8267970" y="2308212"/>
            <a:ext cx="1321196" cy="338554"/>
          </a:xfrm>
          <a:prstGeom prst="rect">
            <a:avLst/>
          </a:prstGeom>
        </p:spPr>
        <p:txBody>
          <a:bodyPr wrap="none">
            <a:spAutoFit/>
          </a:bodyPr>
          <a:lstStyle/>
          <a:p>
            <a:pPr algn="ctr"/>
            <a:r>
              <a:rPr lang="en-US" sz="1600">
                <a:latin typeface="Amazon Ember" panose="02000000000000000000" pitchFamily="2" charset="0"/>
                <a:ea typeface="Amazon Ember" panose="02000000000000000000" pitchFamily="2" charset="0"/>
              </a:rPr>
              <a:t>Terminating</a:t>
            </a:r>
          </a:p>
        </p:txBody>
      </p:sp>
      <p:sp>
        <p:nvSpPr>
          <p:cNvPr id="64" name="Oval 63"/>
          <p:cNvSpPr/>
          <p:nvPr/>
        </p:nvSpPr>
        <p:spPr>
          <a:xfrm>
            <a:off x="9630187" y="1625198"/>
            <a:ext cx="2059583" cy="2059583"/>
          </a:xfrm>
          <a:prstGeom prst="ellipse">
            <a:avLst/>
          </a:prstGeom>
          <a:solidFill>
            <a:schemeClr val="accent6"/>
          </a:soli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latin typeface="Amazon Ember" panose="02000000000000000000" pitchFamily="2" charset="0"/>
                <a:ea typeface="Amazon Ember" panose="02000000000000000000" pitchFamily="2" charset="0"/>
              </a:rPr>
              <a:t>Terminated</a:t>
            </a:r>
          </a:p>
        </p:txBody>
      </p:sp>
      <p:sp>
        <p:nvSpPr>
          <p:cNvPr id="65" name="Oval 64"/>
          <p:cNvSpPr/>
          <p:nvPr/>
        </p:nvSpPr>
        <p:spPr>
          <a:xfrm>
            <a:off x="2712806" y="1625198"/>
            <a:ext cx="2059583" cy="2059583"/>
          </a:xfrm>
          <a:prstGeom prst="ellipse">
            <a:avLst/>
          </a:prstGeom>
          <a:solidFill>
            <a:schemeClr val="accent4"/>
          </a:soli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a:latin typeface="Amazon Ember" panose="02000000000000000000" pitchFamily="2" charset="0"/>
                <a:ea typeface="Amazon Ember" panose="02000000000000000000" pitchFamily="2" charset="0"/>
              </a:rPr>
              <a:t>Running</a:t>
            </a:r>
          </a:p>
        </p:txBody>
      </p:sp>
      <p:cxnSp>
        <p:nvCxnSpPr>
          <p:cNvPr id="72" name="Straight Connector 71"/>
          <p:cNvCxnSpPr/>
          <p:nvPr/>
        </p:nvCxnSpPr>
        <p:spPr>
          <a:xfrm>
            <a:off x="4772388" y="2654989"/>
            <a:ext cx="1397731" cy="0"/>
          </a:xfrm>
          <a:prstGeom prst="line">
            <a:avLst/>
          </a:prstGeom>
          <a:ln>
            <a:solidFill>
              <a:schemeClr val="accent6"/>
            </a:solidFill>
            <a:tailEnd type="triangle"/>
          </a:ln>
        </p:spPr>
        <p:style>
          <a:lnRef idx="3">
            <a:schemeClr val="accent5"/>
          </a:lnRef>
          <a:fillRef idx="0">
            <a:schemeClr val="accent5"/>
          </a:fillRef>
          <a:effectRef idx="2">
            <a:schemeClr val="accent5"/>
          </a:effectRef>
          <a:fontRef idx="minor">
            <a:schemeClr val="tx1"/>
          </a:fontRef>
        </p:style>
      </p:cxnSp>
      <p:cxnSp>
        <p:nvCxnSpPr>
          <p:cNvPr id="73" name="Straight Connector 72"/>
          <p:cNvCxnSpPr/>
          <p:nvPr/>
        </p:nvCxnSpPr>
        <p:spPr>
          <a:xfrm>
            <a:off x="8229701" y="2654989"/>
            <a:ext cx="1397731" cy="0"/>
          </a:xfrm>
          <a:prstGeom prst="line">
            <a:avLst/>
          </a:prstGeom>
          <a:ln>
            <a:solidFill>
              <a:schemeClr val="accent6"/>
            </a:solidFill>
            <a:tailEnd type="triangle"/>
          </a:ln>
        </p:spPr>
        <p:style>
          <a:lnRef idx="3">
            <a:schemeClr val="accent5"/>
          </a:lnRef>
          <a:fillRef idx="0">
            <a:schemeClr val="accent5"/>
          </a:fillRef>
          <a:effectRef idx="2">
            <a:schemeClr val="accent5"/>
          </a:effectRef>
          <a:fontRef idx="minor">
            <a:schemeClr val="tx1"/>
          </a:fontRef>
        </p:style>
      </p:cxnSp>
      <p:cxnSp>
        <p:nvCxnSpPr>
          <p:cNvPr id="18" name="Straight Connector 17"/>
          <p:cNvCxnSpPr/>
          <p:nvPr/>
        </p:nvCxnSpPr>
        <p:spPr>
          <a:xfrm flipH="1">
            <a:off x="4729689" y="2229463"/>
            <a:ext cx="1440431" cy="0"/>
          </a:xfrm>
          <a:prstGeom prst="line">
            <a:avLst/>
          </a:prstGeom>
          <a:ln>
            <a:solidFill>
              <a:schemeClr val="accent4"/>
            </a:solidFill>
            <a:tailEnd type="triangle"/>
          </a:ln>
        </p:spPr>
        <p:style>
          <a:lnRef idx="3">
            <a:schemeClr val="accent5"/>
          </a:lnRef>
          <a:fillRef idx="0">
            <a:schemeClr val="accent5"/>
          </a:fillRef>
          <a:effectRef idx="2">
            <a:schemeClr val="accent5"/>
          </a:effectRef>
          <a:fontRef idx="minor">
            <a:schemeClr val="tx1"/>
          </a:fontRef>
        </p:style>
      </p:cxnSp>
      <p:graphicFrame>
        <p:nvGraphicFramePr>
          <p:cNvPr id="22" name="Table 21"/>
          <p:cNvGraphicFramePr>
            <a:graphicFrameLocks noGrp="1"/>
          </p:cNvGraphicFramePr>
          <p:nvPr>
            <p:extLst>
              <p:ext uri="{D42A27DB-BD31-4B8C-83A1-F6EECF244321}">
                <p14:modId xmlns:p14="http://schemas.microsoft.com/office/powerpoint/2010/main" val="2346331691"/>
              </p:ext>
            </p:extLst>
          </p:nvPr>
        </p:nvGraphicFramePr>
        <p:xfrm>
          <a:off x="172613" y="3749040"/>
          <a:ext cx="11826848" cy="2759712"/>
        </p:xfrm>
        <a:graphic>
          <a:graphicData uri="http://schemas.openxmlformats.org/drawingml/2006/table">
            <a:tbl>
              <a:tblPr firstRow="1" bandRow="1">
                <a:tableStyleId>{5C22544A-7EE6-4342-B048-85BDC9FD1C3A}</a:tableStyleId>
              </a:tblPr>
              <a:tblGrid>
                <a:gridCol w="2138787">
                  <a:extLst>
                    <a:ext uri="{9D8B030D-6E8A-4147-A177-3AD203B41FA5}">
                      <a16:colId xmlns:a16="http://schemas.microsoft.com/office/drawing/2014/main" val="1596250501"/>
                    </a:ext>
                  </a:extLst>
                </a:gridCol>
                <a:gridCol w="3263900">
                  <a:extLst>
                    <a:ext uri="{9D8B030D-6E8A-4147-A177-3AD203B41FA5}">
                      <a16:colId xmlns:a16="http://schemas.microsoft.com/office/drawing/2014/main" val="1920549182"/>
                    </a:ext>
                  </a:extLst>
                </a:gridCol>
                <a:gridCol w="3187700">
                  <a:extLst>
                    <a:ext uri="{9D8B030D-6E8A-4147-A177-3AD203B41FA5}">
                      <a16:colId xmlns:a16="http://schemas.microsoft.com/office/drawing/2014/main" val="4263024759"/>
                    </a:ext>
                  </a:extLst>
                </a:gridCol>
                <a:gridCol w="3236461">
                  <a:extLst>
                    <a:ext uri="{9D8B030D-6E8A-4147-A177-3AD203B41FA5}">
                      <a16:colId xmlns:a16="http://schemas.microsoft.com/office/drawing/2014/main" val="3023926268"/>
                    </a:ext>
                  </a:extLst>
                </a:gridCol>
              </a:tblGrid>
              <a:tr h="412371">
                <a:tc>
                  <a:txBody>
                    <a:bodyPr/>
                    <a:lstStyle/>
                    <a:p>
                      <a:pPr algn="ctr"/>
                      <a:r>
                        <a:rPr lang="en-US" sz="1800">
                          <a:solidFill>
                            <a:schemeClr val="bg1"/>
                          </a:solidFill>
                          <a:latin typeface="Amazon Ember" panose="02000000000000000000" pitchFamily="2" charset="0"/>
                          <a:ea typeface="Amazon Ember" panose="02000000000000000000" pitchFamily="2" charset="0"/>
                        </a:rPr>
                        <a:t>State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1">
                          <a:solidFill>
                            <a:schemeClr val="bg2"/>
                          </a:solidFill>
                          <a:latin typeface="Amazon Ember" panose="02000000000000000000" pitchFamily="2" charset="0"/>
                          <a:ea typeface="Amazon Ember" panose="02000000000000000000" pitchFamily="2" charset="0"/>
                        </a:rPr>
                        <a:t>Running</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algn="ctr"/>
                      <a:r>
                        <a:rPr lang="en-US" sz="1800">
                          <a:solidFill>
                            <a:schemeClr val="bg2"/>
                          </a:solidFill>
                          <a:latin typeface="Amazon Ember" panose="02000000000000000000" pitchFamily="2" charset="0"/>
                          <a:ea typeface="Amazon Ember" panose="02000000000000000000" pitchFamily="2" charset="0"/>
                        </a:rPr>
                        <a:t>Stopped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p>
                      <a:pPr algn="ctr"/>
                      <a:r>
                        <a:rPr lang="en-US" sz="1800">
                          <a:solidFill>
                            <a:schemeClr val="bg2"/>
                          </a:solidFill>
                          <a:latin typeface="Amazon Ember" panose="02000000000000000000" pitchFamily="2" charset="0"/>
                          <a:ea typeface="Amazon Ember" panose="02000000000000000000" pitchFamily="2" charset="0"/>
                        </a:rPr>
                        <a:t>Terminated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3391977603"/>
                  </a:ext>
                </a:extLst>
              </a:tr>
              <a:tr h="412371">
                <a:tc>
                  <a:txBody>
                    <a:bodyPr/>
                    <a:lstStyle/>
                    <a:p>
                      <a:pPr algn="ctr"/>
                      <a:r>
                        <a:rPr lang="en-US" sz="1800">
                          <a:solidFill>
                            <a:schemeClr val="bg1"/>
                          </a:solidFill>
                          <a:latin typeface="Amazon Ember" panose="02000000000000000000" pitchFamily="2" charset="0"/>
                          <a:ea typeface="Amazon Ember" panose="02000000000000000000" pitchFamily="2" charset="0"/>
                        </a:rPr>
                        <a:t>Charged?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1" i="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Charged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Not charged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Not charged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94254140"/>
                  </a:ext>
                </a:extLst>
              </a:tr>
              <a:tr h="412371">
                <a:tc>
                  <a:txBody>
                    <a:bodyPr/>
                    <a:lstStyle/>
                    <a:p>
                      <a:pPr algn="ctr"/>
                      <a:r>
                        <a:rPr lang="en-US" sz="1800">
                          <a:solidFill>
                            <a:schemeClr val="bg1"/>
                          </a:solidFill>
                          <a:latin typeface="Amazon Ember" panose="02000000000000000000" pitchFamily="2" charset="0"/>
                          <a:ea typeface="Amazon Ember" panose="02000000000000000000" pitchFamily="2" charset="0"/>
                        </a:rPr>
                        <a:t>Instance Store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1" i="0" kern="120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Lost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1" i="0" kern="120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Lost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17908255"/>
                  </a:ext>
                </a:extLst>
              </a:tr>
              <a:tr h="697857">
                <a:tc>
                  <a:txBody>
                    <a:bodyPr/>
                    <a:lstStyle/>
                    <a:p>
                      <a:pPr algn="ctr"/>
                      <a:r>
                        <a:rPr lang="en-US" sz="1800">
                          <a:solidFill>
                            <a:schemeClr val="bg1"/>
                          </a:solidFill>
                          <a:latin typeface="Amazon Ember" panose="02000000000000000000" pitchFamily="2" charset="0"/>
                          <a:ea typeface="Amazon Ember" panose="02000000000000000000" pitchFamily="2" charset="0"/>
                        </a:rPr>
                        <a:t>EBS Volumes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Deleted</a:t>
                      </a:r>
                      <a:r>
                        <a:rPr lang="en-US" sz="1800" b="0" i="0" baseline="0">
                          <a:latin typeface="Amazon Ember" panose="02000000000000000000" pitchFamily="2" charset="0"/>
                          <a:ea typeface="Amazon Ember" panose="02000000000000000000" pitchFamily="2" charset="0"/>
                          <a:cs typeface="Amazon Ember Light" panose="020B0403020204020204" pitchFamily="34" charset="0"/>
                        </a:rPr>
                        <a:t> if DeleteOnTermination is set</a:t>
                      </a:r>
                      <a:endParaRPr lang="en-US" sz="1800" b="0" i="0">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477673166"/>
                  </a:ext>
                </a:extLst>
              </a:tr>
              <a:tr h="412371">
                <a:tc>
                  <a:txBody>
                    <a:bodyPr/>
                    <a:lstStyle/>
                    <a:p>
                      <a:pPr algn="ctr"/>
                      <a:r>
                        <a:rPr lang="en-US" sz="1800">
                          <a:solidFill>
                            <a:schemeClr val="bg1"/>
                          </a:solidFill>
                          <a:latin typeface="Amazon Ember" panose="02000000000000000000" pitchFamily="2" charset="0"/>
                          <a:ea typeface="Amazon Ember" panose="02000000000000000000" pitchFamily="2" charset="0"/>
                        </a:rPr>
                        <a:t>Public IP Address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1" i="0" kern="120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Released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1" i="0" kern="120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Released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919127886"/>
                  </a:ext>
                </a:extLst>
              </a:tr>
              <a:tr h="412371">
                <a:tc>
                  <a:txBody>
                    <a:bodyPr/>
                    <a:lstStyle/>
                    <a:p>
                      <a:pPr algn="ctr"/>
                      <a:r>
                        <a:rPr lang="en-US" sz="1800">
                          <a:solidFill>
                            <a:schemeClr val="bg1"/>
                          </a:solidFill>
                          <a:latin typeface="Amazon Ember" panose="02000000000000000000" pitchFamily="2" charset="0"/>
                          <a:ea typeface="Amazon Ember" panose="02000000000000000000" pitchFamily="2" charset="0"/>
                        </a:rPr>
                        <a:t>Elastic IP</a:t>
                      </a:r>
                      <a:r>
                        <a:rPr lang="en-US" sz="1800" baseline="0">
                          <a:solidFill>
                            <a:schemeClr val="bg1"/>
                          </a:solidFill>
                          <a:latin typeface="Amazon Ember" panose="02000000000000000000" pitchFamily="2" charset="0"/>
                          <a:ea typeface="Amazon Ember" panose="02000000000000000000" pitchFamily="2" charset="0"/>
                        </a:rPr>
                        <a:t> Address</a:t>
                      </a:r>
                      <a:endParaRPr lang="en-US" sz="1800">
                        <a:solidFill>
                          <a:schemeClr val="bg1"/>
                        </a:solidFill>
                        <a:latin typeface="Amazon Ember" panose="02000000000000000000" pitchFamily="2" charset="0"/>
                        <a:ea typeface="Amazon Ember" panose="02000000000000000000" pitchFamily="2"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0" i="0">
                          <a:latin typeface="Amazon Ember" panose="02000000000000000000" pitchFamily="2" charset="0"/>
                          <a:ea typeface="Amazon Ember" panose="02000000000000000000" pitchFamily="2" charset="0"/>
                          <a:cs typeface="Amazon Ember Light" panose="020B0403020204020204" pitchFamily="34" charset="0"/>
                        </a:rPr>
                        <a:t>Retained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sz="1800" b="1" i="0" kern="1200">
                          <a:solidFill>
                            <a:schemeClr val="accent4">
                              <a:lumMod val="75000"/>
                            </a:schemeClr>
                          </a:solidFill>
                          <a:latin typeface="Amazon Ember" panose="02000000000000000000" pitchFamily="2" charset="0"/>
                          <a:ea typeface="Amazon Ember" panose="02000000000000000000" pitchFamily="2" charset="0"/>
                          <a:cs typeface="Amazon Ember Light" panose="020B0403020204020204" pitchFamily="34" charset="0"/>
                        </a:rPr>
                        <a:t>Disassociated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713199024"/>
                  </a:ext>
                </a:extLst>
              </a:tr>
            </a:tbl>
          </a:graphicData>
        </a:graphic>
      </p:graphicFrame>
      <p:sp>
        <p:nvSpPr>
          <p:cNvPr id="20"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Curved Down Arrow 2"/>
          <p:cNvSpPr/>
          <p:nvPr/>
        </p:nvSpPr>
        <p:spPr>
          <a:xfrm rot="19923509">
            <a:off x="3357422" y="1275300"/>
            <a:ext cx="929112" cy="432659"/>
          </a:xfrm>
          <a:prstGeom prst="curvedDown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mazon Ember" panose="02000000000000000000" pitchFamily="2" charset="0"/>
            </a:endParaRPr>
          </a:p>
        </p:txBody>
      </p:sp>
      <p:sp>
        <p:nvSpPr>
          <p:cNvPr id="23" name="Curved Down Arrow 22"/>
          <p:cNvSpPr/>
          <p:nvPr/>
        </p:nvSpPr>
        <p:spPr>
          <a:xfrm rot="19923509" flipH="1" flipV="1">
            <a:off x="3846029" y="1767078"/>
            <a:ext cx="901868" cy="477478"/>
          </a:xfrm>
          <a:prstGeom prst="curvedDown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mazon Ember" panose="02000000000000000000" pitchFamily="2" charset="0"/>
            </a:endParaRPr>
          </a:p>
        </p:txBody>
      </p:sp>
      <p:sp>
        <p:nvSpPr>
          <p:cNvPr id="24" name="Curved Down Arrow 23"/>
          <p:cNvSpPr/>
          <p:nvPr/>
        </p:nvSpPr>
        <p:spPr>
          <a:xfrm rot="228616">
            <a:off x="1712630" y="1718083"/>
            <a:ext cx="1445625" cy="509593"/>
          </a:xfrm>
          <a:prstGeom prst="curvedDownArrow">
            <a:avLst/>
          </a:prstGeom>
          <a:solidFill>
            <a:schemeClr val="accent1">
              <a:lumMod val="90000"/>
              <a:lumOff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Amazon Ember" panose="02000000000000000000" pitchFamily="2" charset="0"/>
            </a:endParaRP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772479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Launch a new instance</a:t>
            </a:r>
          </a:p>
        </p:txBody>
      </p:sp>
      <p:graphicFrame>
        <p:nvGraphicFramePr>
          <p:cNvPr id="5" name="Diagram 4"/>
          <p:cNvGraphicFramePr/>
          <p:nvPr>
            <p:extLst>
              <p:ext uri="{D42A27DB-BD31-4B8C-83A1-F6EECF244321}">
                <p14:modId xmlns:p14="http://schemas.microsoft.com/office/powerpoint/2010/main" val="2314875311"/>
              </p:ext>
            </p:extLst>
          </p:nvPr>
        </p:nvGraphicFramePr>
        <p:xfrm>
          <a:off x="419100" y="5511843"/>
          <a:ext cx="11772900" cy="16139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 5"/>
          <p:cNvGraphicFramePr/>
          <p:nvPr>
            <p:extLst>
              <p:ext uri="{D42A27DB-BD31-4B8C-83A1-F6EECF244321}">
                <p14:modId xmlns:p14="http://schemas.microsoft.com/office/powerpoint/2010/main" val="3297267852"/>
              </p:ext>
            </p:extLst>
          </p:nvPr>
        </p:nvGraphicFramePr>
        <p:xfrm>
          <a:off x="419100" y="1485900"/>
          <a:ext cx="11563350" cy="373379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29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8378436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a:t>Transitioning to a new instance size</a:t>
            </a:r>
          </a:p>
        </p:txBody>
      </p:sp>
      <p:sp>
        <p:nvSpPr>
          <p:cNvPr id="9" name="Rounded Rectangle 8"/>
          <p:cNvSpPr/>
          <p:nvPr/>
        </p:nvSpPr>
        <p:spPr>
          <a:xfrm>
            <a:off x="502591" y="5560563"/>
            <a:ext cx="11104772" cy="616400"/>
          </a:xfrm>
          <a:prstGeom prst="roundRect">
            <a:avLst>
              <a:gd name="adj" fmla="val 16644"/>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sz="2400" b="1">
                <a:solidFill>
                  <a:schemeClr val="accent1">
                    <a:lumMod val="75000"/>
                  </a:schemeClr>
                </a:solidFill>
                <a:latin typeface="Courier New" panose="02070309020205020404" pitchFamily="49" charset="0"/>
                <a:cs typeface="Courier New" panose="02070309020205020404" pitchFamily="49" charset="0"/>
              </a:rPr>
              <a:t>aws </a:t>
            </a:r>
            <a:r>
              <a:rPr lang="en-US" sz="2400" b="1">
                <a:solidFill>
                  <a:schemeClr val="tx2">
                    <a:lumMod val="75000"/>
                  </a:schemeClr>
                </a:solidFill>
                <a:latin typeface="Courier New" panose="02070309020205020404" pitchFamily="49" charset="0"/>
                <a:cs typeface="Courier New" panose="02070309020205020404" pitchFamily="49" charset="0"/>
              </a:rPr>
              <a:t>ec2</a:t>
            </a:r>
            <a:r>
              <a:rPr lang="en-US" sz="2400" b="1">
                <a:solidFill>
                  <a:schemeClr val="accent1">
                    <a:lumMod val="75000"/>
                  </a:schemeClr>
                </a:solidFill>
                <a:latin typeface="Courier New" panose="02070309020205020404" pitchFamily="49" charset="0"/>
                <a:cs typeface="Courier New" panose="02070309020205020404" pitchFamily="49" charset="0"/>
              </a:rPr>
              <a:t> </a:t>
            </a:r>
            <a:r>
              <a:rPr lang="en-US" sz="2400" b="1">
                <a:solidFill>
                  <a:schemeClr val="accent6"/>
                </a:solidFill>
                <a:latin typeface="Courier New" panose="02070309020205020404" pitchFamily="49" charset="0"/>
                <a:cs typeface="Courier New" panose="02070309020205020404" pitchFamily="49" charset="0"/>
              </a:rPr>
              <a:t>modify-instance-attribute</a:t>
            </a:r>
            <a:r>
              <a:rPr lang="en-US" sz="2400" b="1">
                <a:solidFill>
                  <a:schemeClr val="accent1">
                    <a:lumMod val="75000"/>
                  </a:schemeClr>
                </a:solidFill>
                <a:latin typeface="Courier New" panose="02070309020205020404" pitchFamily="49" charset="0"/>
                <a:cs typeface="Courier New" panose="02070309020205020404" pitchFamily="49" charset="0"/>
              </a:rPr>
              <a:t> </a:t>
            </a:r>
            <a:r>
              <a:rPr lang="en-US" sz="2400" b="1">
                <a:solidFill>
                  <a:schemeClr val="accent4">
                    <a:lumMod val="75000"/>
                  </a:schemeClr>
                </a:solidFill>
                <a:latin typeface="Courier New" panose="02070309020205020404" pitchFamily="49" charset="0"/>
                <a:cs typeface="Courier New" panose="02070309020205020404" pitchFamily="49" charset="0"/>
              </a:rPr>
              <a:t>--instance-type </a:t>
            </a:r>
            <a:r>
              <a:rPr lang="en-US" sz="2400" b="1">
                <a:solidFill>
                  <a:schemeClr val="accent2">
                    <a:lumMod val="75000"/>
                  </a:schemeClr>
                </a:solidFill>
                <a:latin typeface="Courier New" panose="02070309020205020404" pitchFamily="49" charset="0"/>
                <a:cs typeface="Courier New" panose="02070309020205020404" pitchFamily="49" charset="0"/>
              </a:rPr>
              <a:t>m5.xlarge</a:t>
            </a:r>
          </a:p>
        </p:txBody>
      </p:sp>
      <p:graphicFrame>
        <p:nvGraphicFramePr>
          <p:cNvPr id="3" name="Diagram 2"/>
          <p:cNvGraphicFramePr/>
          <p:nvPr>
            <p:extLst>
              <p:ext uri="{D42A27DB-BD31-4B8C-83A1-F6EECF244321}">
                <p14:modId xmlns:p14="http://schemas.microsoft.com/office/powerpoint/2010/main" val="1876714267"/>
              </p:ext>
            </p:extLst>
          </p:nvPr>
        </p:nvGraphicFramePr>
        <p:xfrm>
          <a:off x="1124672" y="1960267"/>
          <a:ext cx="9860609" cy="33189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Rectangle 3"/>
          <p:cNvSpPr/>
          <p:nvPr/>
        </p:nvSpPr>
        <p:spPr>
          <a:xfrm>
            <a:off x="0" y="1439551"/>
            <a:ext cx="6096000" cy="523220"/>
          </a:xfrm>
          <a:prstGeom prst="rect">
            <a:avLst/>
          </a:prstGeom>
        </p:spPr>
        <p:txBody>
          <a:bodyPr>
            <a:spAutoFit/>
          </a:bodyPr>
          <a:lstStyle/>
          <a:p>
            <a:pPr lvl="1"/>
            <a:r>
              <a:rPr lang="en-US" sz="2800">
                <a:latin typeface="Amazon Ember" panose="02000000000000000000" pitchFamily="2" charset="0"/>
              </a:rPr>
              <a:t>To modify instance type: </a:t>
            </a:r>
          </a:p>
        </p:txBody>
      </p:sp>
      <p:sp>
        <p:nvSpPr>
          <p:cNvPr id="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5" name="Slide Number Placeholder 4"/>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30</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684415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AMI deprecation</a:t>
            </a:r>
          </a:p>
        </p:txBody>
      </p:sp>
      <p:sp>
        <p:nvSpPr>
          <p:cNvPr id="7" name="Content Placeholder 6"/>
          <p:cNvSpPr>
            <a:spLocks noGrp="1"/>
          </p:cNvSpPr>
          <p:nvPr>
            <p:ph idx="1"/>
          </p:nvPr>
        </p:nvSpPr>
        <p:spPr/>
        <p:txBody>
          <a:bodyPr>
            <a:normAutofit/>
          </a:bodyPr>
          <a:lstStyle/>
          <a:p>
            <a:pPr marL="0" indent="0">
              <a:buNone/>
            </a:pPr>
            <a:r>
              <a:rPr lang="en-US" b="1">
                <a:solidFill>
                  <a:schemeClr val="tx2">
                    <a:lumMod val="75000"/>
                  </a:schemeClr>
                </a:solidFill>
              </a:rPr>
              <a:t>AMI deprecation </a:t>
            </a:r>
            <a:r>
              <a:rPr lang="en-US"/>
              <a:t>does not affect running instances:</a:t>
            </a:r>
          </a:p>
          <a:p>
            <a:r>
              <a:rPr lang="en-US" sz="2400" b="1"/>
              <a:t>Windows AMIs</a:t>
            </a:r>
          </a:p>
          <a:p>
            <a:pPr lvl="1"/>
            <a:r>
              <a:rPr lang="en-US"/>
              <a:t>Deprecated soon after release of new image</a:t>
            </a:r>
          </a:p>
          <a:p>
            <a:pPr lvl="1"/>
            <a:r>
              <a:rPr lang="en-US"/>
              <a:t>AMIs released within 5 days of Microsoft’s patch</a:t>
            </a:r>
          </a:p>
          <a:p>
            <a:pPr lvl="1"/>
            <a:r>
              <a:rPr lang="en-US"/>
              <a:t>Find by name, not AMI ID</a:t>
            </a:r>
          </a:p>
          <a:p>
            <a:r>
              <a:rPr lang="en-US" sz="2400" b="1"/>
              <a:t>Amazon Linux AMIs</a:t>
            </a:r>
          </a:p>
          <a:p>
            <a:pPr lvl="1"/>
            <a:r>
              <a:rPr lang="en-US"/>
              <a:t>Available for years</a:t>
            </a:r>
          </a:p>
          <a:p>
            <a:pPr marL="0" indent="0">
              <a:buNone/>
            </a:pPr>
            <a:r>
              <a:rPr lang="en-US" sz="2400"/>
              <a:t>Query the latest Amazon Linux AMI</a:t>
            </a:r>
          </a:p>
        </p:txBody>
      </p:sp>
      <p:sp>
        <p:nvSpPr>
          <p:cNvPr id="13" name="Rounded Rectangle 12"/>
          <p:cNvSpPr/>
          <p:nvPr/>
        </p:nvSpPr>
        <p:spPr>
          <a:xfrm>
            <a:off x="627836" y="5383559"/>
            <a:ext cx="10794907" cy="1093652"/>
          </a:xfrm>
          <a:prstGeom prst="roundRect">
            <a:avLst>
              <a:gd name="adj" fmla="val 18870"/>
            </a:avLst>
          </a:prstGeom>
          <a:solidFill>
            <a:schemeClr val="bg1">
              <a:lumMod val="85000"/>
            </a:schemeClr>
          </a:solidFill>
          <a:ln w="28575">
            <a:noFill/>
          </a:ln>
          <a:effectLst>
            <a:outerShdw blurRad="50800" dist="38100" dir="2700000" algn="tl" rotWithShape="0">
              <a:prstClr val="black">
                <a:alpha val="40000"/>
              </a:prstClr>
            </a:outerShdw>
          </a:effectLst>
        </p:spPr>
        <p:txBody>
          <a:bodyPr wrap="square" lIns="91440" tIns="91440" rIns="91440" bIns="91440" rtlCol="0" anchor="t" anchorCtr="0">
            <a:noAutofit/>
          </a:bodyPr>
          <a:lstStyle/>
          <a:p>
            <a:r>
              <a:rPr lang="en-US" b="1">
                <a:solidFill>
                  <a:schemeClr val="accent1">
                    <a:lumMod val="75000"/>
                  </a:schemeClr>
                </a:solidFill>
                <a:latin typeface="Courier New" panose="02070309020205020404" pitchFamily="49" charset="0"/>
                <a:cs typeface="Courier New" panose="02070309020205020404" pitchFamily="49" charset="0"/>
              </a:rPr>
              <a:t>aws ssm get-parameters-by-path --path </a:t>
            </a:r>
            <a:r>
              <a:rPr lang="en-US" b="1">
                <a:solidFill>
                  <a:schemeClr val="accent6">
                    <a:lumMod val="75000"/>
                  </a:schemeClr>
                </a:solidFill>
                <a:latin typeface="Courier New" panose="02070309020205020404" pitchFamily="49" charset="0"/>
                <a:cs typeface="Courier New" panose="02070309020205020404" pitchFamily="49" charset="0"/>
              </a:rPr>
              <a:t>"/aws/service/ami-amazon-linux-latest</a:t>
            </a:r>
            <a:r>
              <a:rPr lang="en-US" b="1">
                <a:solidFill>
                  <a:schemeClr val="accent1">
                    <a:lumMod val="75000"/>
                  </a:schemeClr>
                </a:solidFill>
                <a:latin typeface="Courier New" panose="02070309020205020404" pitchFamily="49" charset="0"/>
                <a:cs typeface="Courier New" panose="02070309020205020404" pitchFamily="49" charset="0"/>
              </a:rPr>
              <a:t>" --query "Parameters[?Name</a:t>
            </a:r>
            <a:r>
              <a:rPr lang="en-US" b="1">
                <a:solidFill>
                  <a:schemeClr val="accent6">
                    <a:lumMod val="75000"/>
                  </a:schemeClr>
                </a:solidFill>
                <a:latin typeface="Courier New" panose="02070309020205020404" pitchFamily="49" charset="0"/>
                <a:cs typeface="Courier New" panose="02070309020205020404" pitchFamily="49" charset="0"/>
              </a:rPr>
              <a:t>=='/aws/service/ami-amazon-linux-latest/amzn-ami-hvm-x86_64-gp2</a:t>
            </a:r>
            <a:r>
              <a:rPr lang="en-US" b="1">
                <a:solidFill>
                  <a:schemeClr val="accent1">
                    <a:lumMod val="75000"/>
                  </a:schemeClr>
                </a:solidFill>
                <a:latin typeface="Courier New" panose="02070309020205020404" pitchFamily="49" charset="0"/>
                <a:cs typeface="Courier New" panose="02070309020205020404" pitchFamily="49" charset="0"/>
              </a:rPr>
              <a:t>'].Value" --output text</a:t>
            </a:r>
          </a:p>
        </p:txBody>
      </p:sp>
      <p:sp>
        <p:nvSpPr>
          <p:cNvPr id="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31</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67676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7" end="7"/>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Updating running EC2 instances</a:t>
            </a:r>
          </a:p>
        </p:txBody>
      </p:sp>
      <p:sp>
        <p:nvSpPr>
          <p:cNvPr id="8" name="Content Placeholder 5"/>
          <p:cNvSpPr>
            <a:spLocks noGrp="1"/>
          </p:cNvSpPr>
          <p:nvPr>
            <p:ph idx="1"/>
          </p:nvPr>
        </p:nvSpPr>
        <p:spPr>
          <a:xfrm>
            <a:off x="5848350" y="1508014"/>
            <a:ext cx="6000750" cy="4648788"/>
          </a:xfrm>
        </p:spPr>
        <p:txBody>
          <a:bodyPr>
            <a:normAutofit/>
          </a:bodyPr>
          <a:lstStyle/>
          <a:p>
            <a:pPr marL="0" indent="0">
              <a:buNone/>
            </a:pPr>
            <a:r>
              <a:rPr lang="en-US" sz="3200"/>
              <a:t>Additional tools for </a:t>
            </a:r>
            <a:r>
              <a:rPr lang="en-US" sz="3200" b="1">
                <a:solidFill>
                  <a:schemeClr val="tx2">
                    <a:lumMod val="75000"/>
                  </a:schemeClr>
                </a:solidFill>
              </a:rPr>
              <a:t>managing Amazon EC2 instance updates</a:t>
            </a:r>
            <a:r>
              <a:rPr lang="en-US" sz="3200"/>
              <a:t>:</a:t>
            </a:r>
          </a:p>
          <a:p>
            <a:pPr lvl="1"/>
            <a:endParaRPr lang="en-US" sz="2800"/>
          </a:p>
          <a:p>
            <a:pPr lvl="1"/>
            <a:r>
              <a:rPr lang="en-US" sz="2800"/>
              <a:t>AWS Systems Manager or AWS OpsWorks</a:t>
            </a:r>
          </a:p>
          <a:p>
            <a:pPr lvl="1"/>
            <a:endParaRPr lang="en-US" sz="2800"/>
          </a:p>
          <a:p>
            <a:pPr lvl="1"/>
            <a:r>
              <a:rPr lang="en-US" sz="2800"/>
              <a:t>Third-party configuration management tools</a:t>
            </a:r>
          </a:p>
          <a:p>
            <a:endParaRPr lang="en-US" sz="3200"/>
          </a:p>
          <a:p>
            <a:endParaRPr lang="en-US" sz="3200"/>
          </a:p>
        </p:txBody>
      </p:sp>
      <p:sp>
        <p:nvSpPr>
          <p:cNvPr id="4" name="TextBox 3">
            <a:extLst>
              <a:ext uri="{FF2B5EF4-FFF2-40B4-BE49-F238E27FC236}">
                <a16:creationId xmlns:a16="http://schemas.microsoft.com/office/drawing/2014/main" id="{031BE5DE-F28F-3B4D-B64A-7CC759B172F7}"/>
              </a:ext>
            </a:extLst>
          </p:cNvPr>
          <p:cNvSpPr txBox="1"/>
          <p:nvPr/>
        </p:nvSpPr>
        <p:spPr>
          <a:xfrm>
            <a:off x="8848725" y="6182175"/>
            <a:ext cx="2301904" cy="338554"/>
          </a:xfrm>
          <a:prstGeom prst="rect">
            <a:avLst/>
          </a:prstGeom>
          <a:noFill/>
        </p:spPr>
        <p:txBody>
          <a:bodyPr wrap="square" rtlCol="0">
            <a:spAutoFit/>
          </a:bodyPr>
          <a:lstStyle/>
          <a:p>
            <a:pPr algn="ctr"/>
            <a:r>
              <a:rPr lang="en-US" sz="1600">
                <a:latin typeface="Amazon Ember" panose="02000000000000000000" pitchFamily="2" charset="0"/>
              </a:rPr>
              <a:t>AWS OpsWorks</a:t>
            </a:r>
          </a:p>
        </p:txBody>
      </p:sp>
      <p:pic>
        <p:nvPicPr>
          <p:cNvPr id="5" name="Graphic 47">
            <a:extLst>
              <a:ext uri="{FF2B5EF4-FFF2-40B4-BE49-F238E27FC236}">
                <a16:creationId xmlns:a16="http://schemas.microsoft.com/office/drawing/2014/main" id="{AF2F96BF-A661-BD44-94E8-19E75D5AF43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44077" y="5438579"/>
            <a:ext cx="711200" cy="711200"/>
          </a:xfrm>
          <a:prstGeom prst="rect">
            <a:avLst/>
          </a:prstGeom>
        </p:spPr>
      </p:pic>
      <p:sp>
        <p:nvSpPr>
          <p:cNvPr id="6" name="TextBox 5">
            <a:extLst>
              <a:ext uri="{FF2B5EF4-FFF2-40B4-BE49-F238E27FC236}">
                <a16:creationId xmlns:a16="http://schemas.microsoft.com/office/drawing/2014/main" id="{5AD1AEDA-18D9-1845-917E-508EE5F37BEA}"/>
              </a:ext>
            </a:extLst>
          </p:cNvPr>
          <p:cNvSpPr txBox="1"/>
          <p:nvPr/>
        </p:nvSpPr>
        <p:spPr>
          <a:xfrm>
            <a:off x="6546821" y="6182175"/>
            <a:ext cx="2301904" cy="338554"/>
          </a:xfrm>
          <a:prstGeom prst="rect">
            <a:avLst/>
          </a:prstGeom>
          <a:noFill/>
        </p:spPr>
        <p:txBody>
          <a:bodyPr wrap="square" rtlCol="0">
            <a:spAutoFit/>
          </a:bodyPr>
          <a:lstStyle/>
          <a:p>
            <a:pPr algn="ctr"/>
            <a:r>
              <a:rPr lang="en-US" sz="1600">
                <a:latin typeface="Amazon Ember" panose="02000000000000000000" pitchFamily="2" charset="0"/>
              </a:rPr>
              <a:t>AWS Systems Manager</a:t>
            </a:r>
          </a:p>
        </p:txBody>
      </p:sp>
      <p:pic>
        <p:nvPicPr>
          <p:cNvPr id="7" name="Graphic 71">
            <a:extLst>
              <a:ext uri="{FF2B5EF4-FFF2-40B4-BE49-F238E27FC236}">
                <a16:creationId xmlns:a16="http://schemas.microsoft.com/office/drawing/2014/main" id="{1B7A9C64-4601-C44B-98CA-6AE6E20925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42173" y="5445602"/>
            <a:ext cx="711200" cy="711200"/>
          </a:xfrm>
          <a:prstGeom prst="rect">
            <a:avLst/>
          </a:prstGeom>
        </p:spPr>
      </p:pic>
      <p:cxnSp>
        <p:nvCxnSpPr>
          <p:cNvPr id="9" name="Straight Connector 8"/>
          <p:cNvCxnSpPr/>
          <p:nvPr/>
        </p:nvCxnSpPr>
        <p:spPr>
          <a:xfrm>
            <a:off x="5695950" y="1508014"/>
            <a:ext cx="0" cy="4648788"/>
          </a:xfrm>
          <a:prstGeom prst="line">
            <a:avLst/>
          </a:prstGeom>
          <a:ln w="6350" cmpd="sng">
            <a:solidFill>
              <a:schemeClr val="accent6"/>
            </a:solidFill>
            <a:prstDash val="dash"/>
          </a:ln>
          <a:effectLst/>
        </p:spPr>
        <p:style>
          <a:lnRef idx="2">
            <a:schemeClr val="accent1"/>
          </a:lnRef>
          <a:fillRef idx="0">
            <a:schemeClr val="accent1"/>
          </a:fillRef>
          <a:effectRef idx="1">
            <a:schemeClr val="accent1"/>
          </a:effectRef>
          <a:fontRef idx="minor">
            <a:schemeClr val="tx1"/>
          </a:fontRef>
        </p:style>
      </p:cxnSp>
      <p:sp>
        <p:nvSpPr>
          <p:cNvPr id="10" name="Content Placeholder 5"/>
          <p:cNvSpPr txBox="1">
            <a:spLocks/>
          </p:cNvSpPr>
          <p:nvPr/>
        </p:nvSpPr>
        <p:spPr>
          <a:xfrm>
            <a:off x="419100" y="1508014"/>
            <a:ext cx="5429250" cy="46487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9400" lvl="1">
              <a:buClr>
                <a:schemeClr val="tx1"/>
              </a:buClr>
            </a:pPr>
            <a:r>
              <a:rPr lang="en-US" sz="3200" b="1">
                <a:solidFill>
                  <a:schemeClr val="tx2">
                    <a:lumMod val="75000"/>
                  </a:schemeClr>
                </a:solidFill>
                <a:latin typeface="Amazon Ember" panose="02000000000000000000" pitchFamily="2" charset="0"/>
                <a:ea typeface="Amazon Ember" panose="02000000000000000000" pitchFamily="2" charset="0"/>
              </a:rPr>
              <a:t>Windows:</a:t>
            </a:r>
          </a:p>
          <a:p>
            <a:pPr lvl="1"/>
            <a:r>
              <a:rPr lang="en-US" sz="2800">
                <a:latin typeface="Amazon Ember" panose="02000000000000000000" pitchFamily="2" charset="0"/>
                <a:ea typeface="Amazon Ember" panose="02000000000000000000" pitchFamily="2" charset="0"/>
              </a:rPr>
              <a:t>The instance can use Windows Update</a:t>
            </a:r>
          </a:p>
          <a:p>
            <a:pPr lvl="1"/>
            <a:r>
              <a:rPr lang="en-US" sz="2800">
                <a:latin typeface="Amazon Ember" panose="02000000000000000000" pitchFamily="2" charset="0"/>
                <a:ea typeface="Amazon Ember" panose="02000000000000000000" pitchFamily="2" charset="0"/>
              </a:rPr>
              <a:t>Or, update manually</a:t>
            </a:r>
          </a:p>
          <a:p>
            <a:pPr marL="457200" lvl="1" indent="0">
              <a:buNone/>
            </a:pPr>
            <a:endParaRPr lang="en-US" sz="2800">
              <a:latin typeface="Amazon Ember" panose="02000000000000000000" pitchFamily="2" charset="0"/>
              <a:ea typeface="Amazon Ember" panose="02000000000000000000" pitchFamily="2" charset="0"/>
            </a:endParaRPr>
          </a:p>
          <a:p>
            <a:pPr marL="279400" lvl="1">
              <a:buClr>
                <a:schemeClr val="tx1"/>
              </a:buClr>
            </a:pPr>
            <a:r>
              <a:rPr lang="en-US" sz="3200" b="1">
                <a:solidFill>
                  <a:schemeClr val="tx2">
                    <a:lumMod val="75000"/>
                  </a:schemeClr>
                </a:solidFill>
                <a:latin typeface="Amazon Ember" panose="02000000000000000000" pitchFamily="2" charset="0"/>
                <a:ea typeface="Amazon Ember" panose="02000000000000000000" pitchFamily="2" charset="0"/>
              </a:rPr>
              <a:t>Amazon Linux:</a:t>
            </a:r>
          </a:p>
          <a:p>
            <a:pPr lvl="1"/>
            <a:r>
              <a:rPr lang="en-US" sz="2800">
                <a:latin typeface="Amazon Ember" panose="02000000000000000000" pitchFamily="2" charset="0"/>
                <a:ea typeface="Amazon Ember" panose="02000000000000000000" pitchFamily="2" charset="0"/>
              </a:rPr>
              <a:t>The instance will install security updates on initial launch.</a:t>
            </a:r>
          </a:p>
          <a:p>
            <a:endParaRPr lang="en-US" sz="3200">
              <a:latin typeface="Amazon Ember" panose="02000000000000000000" pitchFamily="2" charset="0"/>
              <a:ea typeface="Amazon Ember" panose="02000000000000000000" pitchFamily="2" charset="0"/>
            </a:endParaRPr>
          </a:p>
          <a:p>
            <a:endParaRPr lang="en-US" sz="3200">
              <a:latin typeface="Amazon Ember" panose="02000000000000000000" pitchFamily="2" charset="0"/>
              <a:ea typeface="Amazon Ember" panose="02000000000000000000" pitchFamily="2" charset="0"/>
            </a:endParaRPr>
          </a:p>
        </p:txBody>
      </p:sp>
      <p:sp>
        <p:nvSpPr>
          <p:cNvPr id="11"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32</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976952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b="1"/>
              <a:t>Securing your AWS instances</a:t>
            </a:r>
          </a:p>
        </p:txBody>
      </p:sp>
      <p:sp>
        <p:nvSpPr>
          <p:cNvPr id="3" name="Text Placeholder 2"/>
          <p:cNvSpPr>
            <a:spLocks noGrp="1"/>
          </p:cNvSpPr>
          <p:nvPr>
            <p:ph type="body" sz="quarter" idx="10"/>
          </p:nvPr>
        </p:nvSpPr>
        <p:spPr/>
        <p:txBody>
          <a:bodyPr/>
          <a:lstStyle/>
          <a:p>
            <a:r>
              <a:rPr lang="en-US"/>
              <a:t>Module 3: Computing (Servers)</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34588827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b="1"/>
              <a:t>The AWS shared responsibility model</a:t>
            </a:r>
          </a:p>
        </p:txBody>
      </p:sp>
      <p:grpSp>
        <p:nvGrpSpPr>
          <p:cNvPr id="69" name="Group 68"/>
          <p:cNvGrpSpPr/>
          <p:nvPr/>
        </p:nvGrpSpPr>
        <p:grpSpPr>
          <a:xfrm>
            <a:off x="524303" y="564655"/>
            <a:ext cx="8823866" cy="5893450"/>
            <a:chOff x="419100" y="776533"/>
            <a:chExt cx="8663793" cy="5647901"/>
          </a:xfrm>
        </p:grpSpPr>
        <p:cxnSp>
          <p:nvCxnSpPr>
            <p:cNvPr id="65" name="Straight Connector 64"/>
            <p:cNvCxnSpPr/>
            <p:nvPr/>
          </p:nvCxnSpPr>
          <p:spPr>
            <a:xfrm flipV="1">
              <a:off x="419100" y="4110175"/>
              <a:ext cx="8663793" cy="23240"/>
            </a:xfrm>
            <a:prstGeom prst="line">
              <a:avLst/>
            </a:prstGeom>
            <a:ln w="6350" cmpd="sng">
              <a:solidFill>
                <a:schemeClr val="accent1"/>
              </a:solidFill>
              <a:prstDash val="dash"/>
            </a:ln>
            <a:effectLst/>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818971" y="776533"/>
              <a:ext cx="8263922" cy="5647901"/>
              <a:chOff x="818971" y="776533"/>
              <a:chExt cx="8263922" cy="5647901"/>
            </a:xfrm>
          </p:grpSpPr>
          <p:grpSp>
            <p:nvGrpSpPr>
              <p:cNvPr id="47" name="Group 46"/>
              <p:cNvGrpSpPr/>
              <p:nvPr/>
            </p:nvGrpSpPr>
            <p:grpSpPr>
              <a:xfrm>
                <a:off x="1634030" y="1574506"/>
                <a:ext cx="7448863" cy="4849928"/>
                <a:chOff x="1692649" y="1001083"/>
                <a:chExt cx="7294645" cy="5623241"/>
              </a:xfrm>
            </p:grpSpPr>
            <p:sp>
              <p:nvSpPr>
                <p:cNvPr id="48" name="Rectangle 5"/>
                <p:cNvSpPr/>
                <p:nvPr/>
              </p:nvSpPr>
              <p:spPr bwMode="auto">
                <a:xfrm>
                  <a:off x="1728240" y="4052587"/>
                  <a:ext cx="7255081" cy="1244932"/>
                </a:xfrm>
                <a:prstGeom prst="roundRect">
                  <a:avLst/>
                </a:prstGeom>
                <a:solidFill>
                  <a:schemeClr val="accent5">
                    <a:lumMod val="75000"/>
                  </a:schemeClr>
                </a:solidFill>
                <a:ln>
                  <a:noFill/>
                  <a:headEnd type="none" w="med" len="med"/>
                  <a:tailEnd type="none" w="med" len="med"/>
                </a:ln>
                <a:effectLst/>
              </p:spPr>
              <p:style>
                <a:lnRef idx="3">
                  <a:schemeClr val="lt1"/>
                </a:lnRef>
                <a:fillRef idx="1">
                  <a:schemeClr val="accent6"/>
                </a:fillRef>
                <a:effectRef idx="1">
                  <a:schemeClr val="accent6"/>
                </a:effectRef>
                <a:fontRef idx="minor">
                  <a:schemeClr val="lt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endParaRPr kumimoji="0" lang="en-US" altLang="ja-JP" sz="1600" b="0" i="0" u="none" strike="noStrike" kern="1200" cap="none" spc="0" normalizeH="0" baseline="0" noProof="0">
                    <a:ln>
                      <a:noFill/>
                    </a:ln>
                    <a:solidFill>
                      <a:prstClr val="black"/>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sp>
              <p:nvSpPr>
                <p:cNvPr id="49" name="TextBox 48"/>
                <p:cNvSpPr txBox="1"/>
                <p:nvPr/>
              </p:nvSpPr>
              <p:spPr>
                <a:xfrm>
                  <a:off x="1754770" y="4044097"/>
                  <a:ext cx="4279015" cy="377055"/>
                </a:xfrm>
                <a:prstGeom prst="roundRect">
                  <a:avLst/>
                </a:prstGeom>
                <a:noFill/>
                <a:ln>
                  <a:noFill/>
                </a:ln>
                <a:effectLst/>
              </p:spPr>
              <p:txBody>
                <a:bodyPr wrap="square" lIns="90325" tIns="45193" rIns="90325" bIns="45193" rtlCol="0">
                  <a:spAutoFit/>
                </a:bodyPr>
                <a:lstStyle>
                  <a:defPPr>
                    <a:defRPr lang="en-US"/>
                  </a:defPPr>
                  <a:lvl1pPr>
                    <a:defRPr b="1">
                      <a:solidFill>
                        <a:schemeClr val="tx1">
                          <a:lumMod val="75000"/>
                          <a:lumOff val="25000"/>
                        </a:schemeClr>
                      </a:solidFill>
                    </a:defRPr>
                  </a:lvl1pPr>
                </a:lstStyle>
                <a:p>
                  <a:pPr marL="0" marR="0" lvl="0" indent="0" algn="l" defTabSz="451926"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white"/>
                      </a:solidFill>
                      <a:effectLst/>
                      <a:uLnTx/>
                      <a:uFillTx/>
                      <a:latin typeface="Amazon Ember" panose="02000000000000000000" pitchFamily="2" charset="0"/>
                      <a:ea typeface="Amazon Ember" panose="02000000000000000000" pitchFamily="2" charset="0"/>
                      <a:cs typeface="Calibri"/>
                    </a:rPr>
                    <a:t>AWS Foundation Services</a:t>
                  </a:r>
                </a:p>
              </p:txBody>
            </p:sp>
            <p:sp>
              <p:nvSpPr>
                <p:cNvPr id="50" name="Rectangle 7"/>
                <p:cNvSpPr/>
                <p:nvPr/>
              </p:nvSpPr>
              <p:spPr bwMode="auto">
                <a:xfrm>
                  <a:off x="1859936" y="4554462"/>
                  <a:ext cx="1658501" cy="648509"/>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Compute</a:t>
                  </a:r>
                </a:p>
              </p:txBody>
            </p:sp>
            <p:sp>
              <p:nvSpPr>
                <p:cNvPr id="51" name="Rounded Rectangle 50"/>
                <p:cNvSpPr/>
                <p:nvPr/>
              </p:nvSpPr>
              <p:spPr bwMode="auto">
                <a:xfrm>
                  <a:off x="3649887" y="4546982"/>
                  <a:ext cx="1728589" cy="648509"/>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Storage</a:t>
                  </a:r>
                </a:p>
              </p:txBody>
            </p:sp>
            <p:sp>
              <p:nvSpPr>
                <p:cNvPr id="52" name="Rectangle 7"/>
                <p:cNvSpPr/>
                <p:nvPr/>
              </p:nvSpPr>
              <p:spPr bwMode="auto">
                <a:xfrm>
                  <a:off x="5494284" y="4554462"/>
                  <a:ext cx="1689193" cy="648509"/>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Database</a:t>
                  </a:r>
                </a:p>
              </p:txBody>
            </p:sp>
            <p:sp>
              <p:nvSpPr>
                <p:cNvPr id="53" name="Rectangle 7"/>
                <p:cNvSpPr/>
                <p:nvPr/>
              </p:nvSpPr>
              <p:spPr bwMode="auto">
                <a:xfrm>
                  <a:off x="7288640" y="4554647"/>
                  <a:ext cx="1583712" cy="641031"/>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Networking</a:t>
                  </a:r>
                </a:p>
              </p:txBody>
            </p:sp>
            <p:sp>
              <p:nvSpPr>
                <p:cNvPr id="54" name="Rectangle 5"/>
                <p:cNvSpPr/>
                <p:nvPr/>
              </p:nvSpPr>
              <p:spPr bwMode="auto">
                <a:xfrm>
                  <a:off x="1728378" y="5396693"/>
                  <a:ext cx="7258916" cy="1227631"/>
                </a:xfrm>
                <a:prstGeom prst="roundRect">
                  <a:avLst/>
                </a:prstGeom>
                <a:solidFill>
                  <a:schemeClr val="accent5">
                    <a:lumMod val="75000"/>
                  </a:schemeClr>
                </a:solidFill>
                <a:ln>
                  <a:noFill/>
                  <a:headEnd type="none" w="med" len="med"/>
                  <a:tailEnd type="none" w="med" len="med"/>
                </a:ln>
                <a:effectLst/>
              </p:spPr>
              <p:style>
                <a:lnRef idx="3">
                  <a:schemeClr val="lt1"/>
                </a:lnRef>
                <a:fillRef idx="1">
                  <a:schemeClr val="accent6"/>
                </a:fillRef>
                <a:effectRef idx="1">
                  <a:schemeClr val="accent6"/>
                </a:effectRef>
                <a:fontRef idx="minor">
                  <a:schemeClr val="lt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endParaRPr kumimoji="0" lang="en-US" altLang="ja-JP" sz="1600" b="0" i="0" u="none" strike="noStrike" kern="1200" cap="none" spc="0" normalizeH="0" baseline="0" noProof="0">
                    <a:ln>
                      <a:noFill/>
                    </a:ln>
                    <a:solidFill>
                      <a:prstClr val="black"/>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sp>
              <p:nvSpPr>
                <p:cNvPr id="55" name="TextBox 54"/>
                <p:cNvSpPr txBox="1"/>
                <p:nvPr/>
              </p:nvSpPr>
              <p:spPr>
                <a:xfrm>
                  <a:off x="1754779" y="5551395"/>
                  <a:ext cx="2669087" cy="414892"/>
                </a:xfrm>
                <a:prstGeom prst="roundRect">
                  <a:avLst/>
                </a:prstGeom>
                <a:noFill/>
                <a:ln>
                  <a:noFill/>
                </a:ln>
                <a:effectLst/>
              </p:spPr>
              <p:txBody>
                <a:bodyPr wrap="square" lIns="90325" tIns="45193" rIns="90325" bIns="45193" rtlCol="0">
                  <a:spAutoFit/>
                </a:bodyPr>
                <a:lstStyle>
                  <a:defPPr>
                    <a:defRPr lang="en-US"/>
                  </a:defPPr>
                  <a:lvl1pPr>
                    <a:defRPr b="1">
                      <a:solidFill>
                        <a:schemeClr val="tx1">
                          <a:lumMod val="75000"/>
                          <a:lumOff val="25000"/>
                        </a:schemeClr>
                      </a:solidFill>
                    </a:defRPr>
                  </a:lvl1pPr>
                </a:lstStyle>
                <a:p>
                  <a:pPr marL="0" marR="0" lvl="0" indent="0" algn="l" defTabSz="451926"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Amazon Ember" panose="02000000000000000000" pitchFamily="2" charset="0"/>
                      <a:ea typeface="Amazon Ember" panose="02000000000000000000" pitchFamily="2" charset="0"/>
                      <a:cs typeface="Calibri"/>
                    </a:rPr>
                    <a:t>AWS global </a:t>
                  </a:r>
                  <a:r>
                    <a:rPr lang="en-US" sz="1600">
                      <a:solidFill>
                        <a:prstClr val="white"/>
                      </a:solidFill>
                      <a:latin typeface="Amazon Ember" panose="02000000000000000000" pitchFamily="2" charset="0"/>
                      <a:ea typeface="Amazon Ember" panose="02000000000000000000" pitchFamily="2" charset="0"/>
                      <a:cs typeface="Calibri"/>
                    </a:rPr>
                    <a:t>infrastructure</a:t>
                  </a:r>
                  <a:endParaRPr kumimoji="0" lang="en-US" sz="1600" b="1" i="0" u="none" strike="noStrike" kern="1200" cap="none" spc="0" normalizeH="0" baseline="0" noProof="0">
                    <a:ln>
                      <a:noFill/>
                    </a:ln>
                    <a:solidFill>
                      <a:prstClr val="white"/>
                    </a:solidFill>
                    <a:effectLst/>
                    <a:uLnTx/>
                    <a:uFillTx/>
                    <a:latin typeface="Amazon Ember" panose="02000000000000000000" pitchFamily="2" charset="0"/>
                    <a:ea typeface="Amazon Ember" panose="02000000000000000000" pitchFamily="2" charset="0"/>
                    <a:cs typeface="Calibri"/>
                  </a:endParaRPr>
                </a:p>
              </p:txBody>
            </p:sp>
            <p:sp>
              <p:nvSpPr>
                <p:cNvPr id="56" name="Rectangle 7"/>
                <p:cNvSpPr/>
                <p:nvPr/>
              </p:nvSpPr>
              <p:spPr bwMode="auto">
                <a:xfrm>
                  <a:off x="4423911" y="6064406"/>
                  <a:ext cx="2133976" cy="468479"/>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Regions</a:t>
                  </a:r>
                  <a:endParaRPr kumimoji="0" lang="en-US" altLang="ja-JP" sz="11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sp>
              <p:nvSpPr>
                <p:cNvPr id="57" name="Rectangle 7"/>
                <p:cNvSpPr/>
                <p:nvPr/>
              </p:nvSpPr>
              <p:spPr bwMode="auto">
                <a:xfrm>
                  <a:off x="4423911" y="5460200"/>
                  <a:ext cx="2133976" cy="491080"/>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Availability Zones</a:t>
                  </a:r>
                </a:p>
              </p:txBody>
            </p:sp>
            <p:sp>
              <p:nvSpPr>
                <p:cNvPr id="58" name="Rectangle 7"/>
                <p:cNvSpPr/>
                <p:nvPr/>
              </p:nvSpPr>
              <p:spPr bwMode="auto">
                <a:xfrm>
                  <a:off x="6855478" y="5500806"/>
                  <a:ext cx="2009172" cy="1035759"/>
                </a:xfrm>
                <a:prstGeom prst="roundRect">
                  <a:avLst/>
                </a:prstGeom>
                <a:solidFill>
                  <a:schemeClr val="bg1"/>
                </a:solidFill>
                <a:ln>
                  <a:noFill/>
                  <a:headEnd type="none" w="med" len="med"/>
                  <a:tailEnd type="none" w="med" len="med"/>
                </a:ln>
                <a:effectLst/>
              </p:spPr>
              <p:style>
                <a:lnRef idx="2">
                  <a:schemeClr val="accent1"/>
                </a:lnRef>
                <a:fillRef idx="1">
                  <a:schemeClr val="lt1"/>
                </a:fillRef>
                <a:effectRef idx="0">
                  <a:schemeClr val="accent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1" i="0" u="none" strike="noStrike" kern="1200" cap="none" spc="0" normalizeH="0" baseline="0" noProof="0">
                      <a:ln>
                        <a:noFill/>
                      </a:ln>
                      <a:solidFill>
                        <a:schemeClr val="tx2">
                          <a:lumMod val="50000"/>
                        </a:schemeClr>
                      </a:solidFill>
                      <a:effectLst/>
                      <a:uLnTx/>
                      <a:uFillTx/>
                      <a:latin typeface="Amazon Ember" panose="02000000000000000000" pitchFamily="2" charset="0"/>
                      <a:ea typeface="Amazon Ember" panose="02000000000000000000" pitchFamily="2" charset="0"/>
                      <a:cs typeface="Calibri"/>
                      <a:sym typeface="Times New Roman" pitchFamily="18" charset="0"/>
                    </a:rPr>
                    <a:t>Edge locations</a:t>
                  </a:r>
                </a:p>
              </p:txBody>
            </p:sp>
            <p:sp>
              <p:nvSpPr>
                <p:cNvPr id="59" name="Rectangle 7"/>
                <p:cNvSpPr/>
                <p:nvPr/>
              </p:nvSpPr>
              <p:spPr bwMode="auto">
                <a:xfrm>
                  <a:off x="1716063" y="3305477"/>
                  <a:ext cx="2417584" cy="572217"/>
                </a:xfrm>
                <a:prstGeom prst="roundRect">
                  <a:avLst/>
                </a:prstGeom>
                <a:solidFill>
                  <a:schemeClr val="tx2">
                    <a:lumMod val="50000"/>
                  </a:schemeClr>
                </a:solidFill>
                <a:ln>
                  <a:no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Client-side data encryption</a:t>
                  </a:r>
                </a:p>
              </p:txBody>
            </p:sp>
            <p:sp>
              <p:nvSpPr>
                <p:cNvPr id="60" name="Rectangle 7"/>
                <p:cNvSpPr/>
                <p:nvPr/>
              </p:nvSpPr>
              <p:spPr bwMode="auto">
                <a:xfrm>
                  <a:off x="4314711" y="3305339"/>
                  <a:ext cx="2085972" cy="572216"/>
                </a:xfrm>
                <a:prstGeom prst="roundRect">
                  <a:avLst/>
                </a:prstGeom>
                <a:solidFill>
                  <a:schemeClr val="tx2">
                    <a:lumMod val="50000"/>
                  </a:schemeClr>
                </a:solidFill>
                <a:ln>
                  <a:no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Server-side data encryption</a:t>
                  </a:r>
                </a:p>
              </p:txBody>
            </p:sp>
            <p:sp>
              <p:nvSpPr>
                <p:cNvPr id="61" name="Rectangle 7"/>
                <p:cNvSpPr/>
                <p:nvPr/>
              </p:nvSpPr>
              <p:spPr bwMode="auto">
                <a:xfrm>
                  <a:off x="6557982" y="3313607"/>
                  <a:ext cx="2391737" cy="572216"/>
                </a:xfrm>
                <a:prstGeom prst="roundRect">
                  <a:avLst/>
                </a:prstGeom>
                <a:solidFill>
                  <a:schemeClr val="tx2">
                    <a:lumMod val="50000"/>
                  </a:schemeClr>
                </a:solidFill>
                <a:ln>
                  <a:no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Network traffic protection</a:t>
                  </a:r>
                </a:p>
              </p:txBody>
            </p:sp>
            <p:sp>
              <p:nvSpPr>
                <p:cNvPr id="62" name="Rectangle 5"/>
                <p:cNvSpPr/>
                <p:nvPr/>
              </p:nvSpPr>
              <p:spPr bwMode="auto">
                <a:xfrm>
                  <a:off x="1692649" y="1793171"/>
                  <a:ext cx="7253164" cy="678296"/>
                </a:xfrm>
                <a:prstGeom prst="roundRect">
                  <a:avLst/>
                </a:prstGeom>
                <a:solidFill>
                  <a:schemeClr val="tx2">
                    <a:lumMod val="50000"/>
                  </a:schemeClr>
                </a:solidFill>
                <a:ln>
                  <a:noFill/>
                  <a:headEnd type="none" w="med" len="med"/>
                  <a:tailEnd type="none" w="med" len="med"/>
                </a:ln>
                <a:effectLst/>
              </p:spPr>
              <p:style>
                <a:lnRef idx="1">
                  <a:schemeClr val="accent3"/>
                </a:lnRef>
                <a:fillRef idx="3">
                  <a:schemeClr val="accent3"/>
                </a:fillRef>
                <a:effectRef idx="2">
                  <a:schemeClr val="accent3"/>
                </a:effectRef>
                <a:fontRef idx="minor">
                  <a:schemeClr val="lt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Platform, applications, identity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and</a:t>
                  </a: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access management</a:t>
                  </a:r>
                  <a:endPar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sp>
              <p:nvSpPr>
                <p:cNvPr id="63" name="Rectangle 5"/>
                <p:cNvSpPr/>
                <p:nvPr/>
              </p:nvSpPr>
              <p:spPr bwMode="auto">
                <a:xfrm>
                  <a:off x="1712318" y="2585265"/>
                  <a:ext cx="7253164" cy="623836"/>
                </a:xfrm>
                <a:prstGeom prst="roundRect">
                  <a:avLst/>
                </a:prstGeom>
                <a:solidFill>
                  <a:schemeClr val="tx2">
                    <a:lumMod val="50000"/>
                  </a:schemeClr>
                </a:solidFill>
                <a:ln>
                  <a:no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Amazon EC2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operating</a:t>
                  </a: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system</a:t>
                  </a: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 network, and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firewall</a:t>
                  </a:r>
                  <a:r>
                    <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rPr>
                    <a:t> </a:t>
                  </a:r>
                  <a:r>
                    <a:rPr lang="en-US" altLang="ja-JP" sz="1600">
                      <a:solidFill>
                        <a:schemeClr val="bg1"/>
                      </a:solidFill>
                      <a:latin typeface="Amazon Ember" panose="02000000000000000000" pitchFamily="2" charset="0"/>
                      <a:ea typeface="Amazon Ember" panose="02000000000000000000" pitchFamily="2" charset="0"/>
                      <a:cs typeface="Calibri"/>
                      <a:sym typeface="Times New Roman" pitchFamily="18" charset="0"/>
                    </a:rPr>
                    <a:t>configuration</a:t>
                  </a:r>
                  <a:endParaRPr kumimoji="0" lang="en-US" altLang="ja-JP" sz="1600" b="0" i="0" u="none" strike="noStrike" kern="1200" cap="none" spc="0" normalizeH="0" baseline="0" noProof="0">
                    <a:ln>
                      <a:noFill/>
                    </a:ln>
                    <a:solidFill>
                      <a:schemeClr val="bg1"/>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sp>
              <p:nvSpPr>
                <p:cNvPr id="64" name="Rectangle 5"/>
                <p:cNvSpPr/>
                <p:nvPr/>
              </p:nvSpPr>
              <p:spPr bwMode="auto">
                <a:xfrm>
                  <a:off x="1692649" y="1001083"/>
                  <a:ext cx="7253164" cy="678296"/>
                </a:xfrm>
                <a:prstGeom prst="roundRect">
                  <a:avLst/>
                </a:prstGeom>
                <a:solidFill>
                  <a:schemeClr val="tx2">
                    <a:lumMod val="75000"/>
                  </a:schemeClr>
                </a:soli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325" tIns="45193" rIns="90325" bIns="45193" anchor="ctr"/>
                <a:lstStyle/>
                <a:p>
                  <a:pPr marL="0" marR="0" lvl="0" indent="0" algn="ctr" defTabSz="451926" rtl="0" eaLnBrk="1" fontAlgn="base" latinLnBrk="0" hangingPunct="1">
                    <a:lnSpc>
                      <a:spcPct val="100000"/>
                    </a:lnSpc>
                    <a:spcBef>
                      <a:spcPct val="0"/>
                    </a:spcBef>
                    <a:spcAft>
                      <a:spcPct val="0"/>
                    </a:spcAft>
                    <a:buClrTx/>
                    <a:buSzTx/>
                    <a:buFontTx/>
                    <a:buNone/>
                    <a:tabLst/>
                    <a:defRPr/>
                  </a:pPr>
                  <a:r>
                    <a:rPr kumimoji="0" lang="en-US" altLang="ja-JP" b="0" i="0" u="none" strike="noStrike" kern="1200" cap="none" spc="0" normalizeH="0" baseline="0" noProof="0">
                      <a:ln>
                        <a:noFill/>
                      </a:ln>
                      <a:solidFill>
                        <a:prstClr val="white"/>
                      </a:solidFill>
                      <a:effectLst/>
                      <a:uLnTx/>
                      <a:uFillTx/>
                      <a:latin typeface="Amazon Ember" panose="02000000000000000000" pitchFamily="2" charset="0"/>
                      <a:ea typeface="Amazon Ember" panose="02000000000000000000" pitchFamily="2" charset="0"/>
                      <a:cs typeface="Calibri"/>
                      <a:sym typeface="Times New Roman" pitchFamily="18" charset="0"/>
                    </a:rPr>
                    <a:t>Customer applications a</a:t>
                  </a:r>
                  <a:r>
                    <a:rPr lang="en-US" altLang="ja-JP" noProof="0">
                      <a:solidFill>
                        <a:prstClr val="white"/>
                      </a:solidFill>
                      <a:latin typeface="Amazon Ember" panose="02000000000000000000" pitchFamily="2" charset="0"/>
                      <a:ea typeface="Amazon Ember" panose="02000000000000000000" pitchFamily="2" charset="0"/>
                      <a:cs typeface="Calibri"/>
                      <a:sym typeface="Times New Roman" pitchFamily="18" charset="0"/>
                    </a:rPr>
                    <a:t>nd </a:t>
                  </a:r>
                  <a:r>
                    <a:rPr lang="en-US" altLang="ja-JP">
                      <a:solidFill>
                        <a:prstClr val="white"/>
                      </a:solidFill>
                      <a:latin typeface="Amazon Ember" panose="02000000000000000000" pitchFamily="2" charset="0"/>
                      <a:ea typeface="Amazon Ember" panose="02000000000000000000" pitchFamily="2" charset="0"/>
                      <a:cs typeface="Calibri"/>
                      <a:sym typeface="Times New Roman" pitchFamily="18" charset="0"/>
                    </a:rPr>
                    <a:t>content</a:t>
                  </a:r>
                  <a:endParaRPr kumimoji="0" lang="en-US" altLang="ja-JP" b="0" i="0" u="none" strike="noStrike" kern="1200" cap="none" spc="0" normalizeH="0" baseline="0" noProof="0">
                    <a:ln>
                      <a:noFill/>
                    </a:ln>
                    <a:solidFill>
                      <a:prstClr val="white"/>
                    </a:solidFill>
                    <a:effectLst/>
                    <a:uLnTx/>
                    <a:uFillTx/>
                    <a:latin typeface="Amazon Ember" panose="02000000000000000000" pitchFamily="2" charset="0"/>
                    <a:ea typeface="Amazon Ember" panose="02000000000000000000" pitchFamily="2" charset="0"/>
                    <a:cs typeface="Calibri"/>
                    <a:sym typeface="Times New Roman" pitchFamily="18" charset="0"/>
                  </a:endParaRPr>
                </a:p>
              </p:txBody>
            </p:sp>
          </p:grpSp>
          <p:sp>
            <p:nvSpPr>
              <p:cNvPr id="66" name="TextBox 65"/>
              <p:cNvSpPr txBox="1"/>
              <p:nvPr/>
            </p:nvSpPr>
            <p:spPr>
              <a:xfrm>
                <a:off x="818971" y="776533"/>
                <a:ext cx="473555" cy="4132296"/>
              </a:xfrm>
              <a:prstGeom prst="rect">
                <a:avLst/>
              </a:prstGeom>
              <a:noFill/>
            </p:spPr>
            <p:txBody>
              <a:bodyPr vert="wordArtVert" wrap="square" lIns="90325" tIns="45193" rIns="90325" bIns="45193"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2">
                        <a:lumMod val="75000"/>
                      </a:schemeClr>
                    </a:solidFill>
                    <a:effectLst/>
                    <a:uLnTx/>
                    <a:uFillTx/>
                    <a:latin typeface="Amazon Ember" panose="02000000000000000000" pitchFamily="2" charset="0"/>
                    <a:ea typeface="Amazon Ember" panose="02000000000000000000" pitchFamily="2" charset="0"/>
                    <a:cs typeface="Calibri"/>
                  </a:rPr>
                  <a:t>Customers</a:t>
                </a:r>
              </a:p>
            </p:txBody>
          </p:sp>
        </p:grpSp>
      </p:grpSp>
      <p:pic>
        <p:nvPicPr>
          <p:cNvPr id="26" name="Graphic 11">
            <a:extLst>
              <a:ext uri="{FF2B5EF4-FFF2-40B4-BE49-F238E27FC236}">
                <a16:creationId xmlns:a16="http://schemas.microsoft.com/office/drawing/2014/main" id="{CE52C9D7-11B0-9E41-AB16-2C9849C3EC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6103" y="4744630"/>
            <a:ext cx="1033222" cy="1033222"/>
          </a:xfrm>
          <a:prstGeom prst="rect">
            <a:avLst/>
          </a:prstGeom>
        </p:spPr>
      </p:pic>
      <p:sp>
        <p:nvSpPr>
          <p:cNvPr id="27"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34</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2192812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800"/>
              <a:t>Amazon EC2 purchasing options</a:t>
            </a:r>
          </a:p>
        </p:txBody>
      </p:sp>
      <p:sp>
        <p:nvSpPr>
          <p:cNvPr id="3" name="Text Placeholder 2"/>
          <p:cNvSpPr>
            <a:spLocks noGrp="1"/>
          </p:cNvSpPr>
          <p:nvPr>
            <p:ph type="body" sz="quarter" idx="10"/>
          </p:nvPr>
        </p:nvSpPr>
        <p:spPr/>
        <p:txBody>
          <a:bodyPr/>
          <a:lstStyle/>
          <a:p>
            <a:r>
              <a:rPr lang="en-US"/>
              <a:t>Module 3: Computing (Servers)</a:t>
            </a:r>
          </a:p>
        </p:txBody>
      </p:sp>
      <p:sp>
        <p:nvSpPr>
          <p:cNvPr id="4"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Tree>
    <p:custDataLst>
      <p:tags r:id="rId1"/>
    </p:custDataLst>
    <p:extLst>
      <p:ext uri="{BB962C8B-B14F-4D97-AF65-F5344CB8AC3E}">
        <p14:creationId xmlns:p14="http://schemas.microsoft.com/office/powerpoint/2010/main" val="30880216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365125"/>
            <a:ext cx="9398668" cy="474119"/>
          </a:xfrm>
        </p:spPr>
        <p:txBody>
          <a:bodyPr/>
          <a:lstStyle/>
          <a:p>
            <a:r>
              <a:rPr lang="en-US" sz="3600" b="1"/>
              <a:t>Amazon EC2 purchasing options (1 of 2)</a:t>
            </a:r>
          </a:p>
        </p:txBody>
      </p:sp>
      <p:graphicFrame>
        <p:nvGraphicFramePr>
          <p:cNvPr id="6" name="Table 5"/>
          <p:cNvGraphicFramePr>
            <a:graphicFrameLocks noGrp="1"/>
          </p:cNvGraphicFramePr>
          <p:nvPr>
            <p:extLst>
              <p:ext uri="{D42A27DB-BD31-4B8C-83A1-F6EECF244321}">
                <p14:modId xmlns:p14="http://schemas.microsoft.com/office/powerpoint/2010/main" val="2995283917"/>
              </p:ext>
            </p:extLst>
          </p:nvPr>
        </p:nvGraphicFramePr>
        <p:xfrm>
          <a:off x="549728" y="1503407"/>
          <a:ext cx="11318017" cy="4846320"/>
        </p:xfrm>
        <a:graphic>
          <a:graphicData uri="http://schemas.openxmlformats.org/drawingml/2006/table">
            <a:tbl>
              <a:tblPr firstRow="1" bandRow="1">
                <a:tableStyleId>{0E3FDE45-AF77-4B5C-9715-49D594BDF05E}</a:tableStyleId>
              </a:tblPr>
              <a:tblGrid>
                <a:gridCol w="1703780">
                  <a:extLst>
                    <a:ext uri="{9D8B030D-6E8A-4147-A177-3AD203B41FA5}">
                      <a16:colId xmlns:a16="http://schemas.microsoft.com/office/drawing/2014/main" val="2456129320"/>
                    </a:ext>
                  </a:extLst>
                </a:gridCol>
                <a:gridCol w="5595306">
                  <a:extLst>
                    <a:ext uri="{9D8B030D-6E8A-4147-A177-3AD203B41FA5}">
                      <a16:colId xmlns:a16="http://schemas.microsoft.com/office/drawing/2014/main" val="2182767506"/>
                    </a:ext>
                  </a:extLst>
                </a:gridCol>
                <a:gridCol w="4018931">
                  <a:extLst>
                    <a:ext uri="{9D8B030D-6E8A-4147-A177-3AD203B41FA5}">
                      <a16:colId xmlns:a16="http://schemas.microsoft.com/office/drawing/2014/main" val="2120671219"/>
                    </a:ext>
                  </a:extLst>
                </a:gridCol>
              </a:tblGrid>
              <a:tr h="666817">
                <a:tc>
                  <a:txBody>
                    <a:bodyPr/>
                    <a:lstStyle/>
                    <a:p>
                      <a:pPr algn="ctr"/>
                      <a:r>
                        <a:rPr lang="en-US" sz="2400">
                          <a:solidFill>
                            <a:schemeClr val="bg1"/>
                          </a:solidFill>
                          <a:latin typeface="Amazon Ember" panose="02000000000000000000" pitchFamily="2" charset="0"/>
                        </a:rPr>
                        <a:t>Instance</a:t>
                      </a:r>
                      <a:r>
                        <a:rPr lang="en-US" sz="2400" baseline="0">
                          <a:solidFill>
                            <a:schemeClr val="bg1"/>
                          </a:solidFill>
                          <a:latin typeface="Amazon Ember" panose="02000000000000000000" pitchFamily="2" charset="0"/>
                        </a:rPr>
                        <a:t> Type</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accent1"/>
                    </a:solidFill>
                  </a:tcPr>
                </a:tc>
                <a:tc>
                  <a:txBody>
                    <a:bodyPr/>
                    <a:lstStyle/>
                    <a:p>
                      <a:pPr algn="ctr"/>
                      <a:r>
                        <a:rPr lang="en-US" sz="2400">
                          <a:solidFill>
                            <a:schemeClr val="bg1"/>
                          </a:solidFill>
                          <a:latin typeface="Amazon Ember" panose="02000000000000000000" pitchFamily="2" charset="0"/>
                        </a:rPr>
                        <a:t>Benefit</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tx2">
                        <a:lumMod val="50000"/>
                      </a:schemeClr>
                    </a:solidFill>
                  </a:tcPr>
                </a:tc>
                <a:tc>
                  <a:txBody>
                    <a:bodyPr/>
                    <a:lstStyle/>
                    <a:p>
                      <a:pPr algn="ctr"/>
                      <a:r>
                        <a:rPr lang="en-US" sz="2400">
                          <a:solidFill>
                            <a:schemeClr val="bg1"/>
                          </a:solidFill>
                          <a:latin typeface="Amazon Ember" panose="02000000000000000000" pitchFamily="2" charset="0"/>
                        </a:rPr>
                        <a:t>Use Case</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tx2">
                        <a:lumMod val="50000"/>
                      </a:schemeClr>
                    </a:solidFill>
                  </a:tcPr>
                </a:tc>
                <a:extLst>
                  <a:ext uri="{0D108BD9-81ED-4DB2-BD59-A6C34878D82A}">
                    <a16:rowId xmlns:a16="http://schemas.microsoft.com/office/drawing/2014/main" val="1096184535"/>
                  </a:ext>
                </a:extLst>
              </a:tr>
              <a:tr h="1086664">
                <a:tc>
                  <a:txBody>
                    <a:bodyPr/>
                    <a:lstStyle/>
                    <a:p>
                      <a:pPr algn="ctr"/>
                      <a:r>
                        <a:rPr lang="en-US" sz="2000" b="1">
                          <a:solidFill>
                            <a:schemeClr val="bg1"/>
                          </a:solidFill>
                          <a:latin typeface="Amazon Ember" panose="02000000000000000000" pitchFamily="2" charset="0"/>
                        </a:rPr>
                        <a:t>On-Demand</a:t>
                      </a:r>
                      <a:endParaRPr lang="en-US" sz="2000" b="1">
                        <a:solidFill>
                          <a:schemeClr val="bg1"/>
                        </a:solidFill>
                        <a:latin typeface="Amazon Ember" panose="02000000000000000000" pitchFamily="2" charset="0"/>
                        <a:ea typeface="Amazon Ember" panose="02000000000000000000" pitchFamily="2" charset="0"/>
                      </a:endParaRPr>
                    </a:p>
                  </a:txBody>
                  <a:tcPr marL="121920" marR="121920" marT="60960" marB="60960" anchor="ctr">
                    <a:solidFill>
                      <a:schemeClr val="accent1"/>
                    </a:solidFill>
                  </a:tcPr>
                </a:tc>
                <a:tc>
                  <a:txBody>
                    <a:bodyPr/>
                    <a:lstStyle/>
                    <a:p>
                      <a:pPr marL="285750" indent="-285750" algn="l">
                        <a:buFont typeface="Arial" panose="020B0604020202020204" pitchFamily="34" charset="0"/>
                        <a:buChar char="•"/>
                      </a:pPr>
                      <a:r>
                        <a:rPr lang="en-US" sz="2000" kern="1200">
                          <a:effectLst/>
                          <a:latin typeface="Amazon Ember" panose="02000000000000000000" pitchFamily="2" charset="0"/>
                        </a:rPr>
                        <a:t>Low cost and flexibility</a:t>
                      </a:r>
                      <a:endParaRPr lang="en-US" sz="2000" b="0">
                        <a:solidFill>
                          <a:schemeClr val="tx1"/>
                        </a:solidFill>
                        <a:latin typeface="Amazon Ember" panose="02000000000000000000" pitchFamily="2" charset="0"/>
                        <a:ea typeface="Amazon Ember" panose="02000000000000000000" pitchFamily="2" charset="0"/>
                      </a:endParaRPr>
                    </a:p>
                  </a:txBody>
                  <a:tcPr marL="121920" marR="121920" marT="60960" marB="60960" anchor="ctr"/>
                </a:tc>
                <a:tc>
                  <a:txBody>
                    <a:bodyPr/>
                    <a:lstStyle/>
                    <a:p>
                      <a:pPr marL="285750" indent="-285750" algn="l">
                        <a:buFont typeface="Arial" panose="020B0604020202020204" pitchFamily="34" charset="0"/>
                        <a:buChar char="•"/>
                      </a:pPr>
                      <a:r>
                        <a:rPr lang="en-US" sz="2000" kern="1200">
                          <a:effectLst/>
                          <a:latin typeface="Amazon Ember" panose="02000000000000000000" pitchFamily="2" charset="0"/>
                        </a:rPr>
                        <a:t>Short term, spiky, or unpredictable workloads </a:t>
                      </a:r>
                    </a:p>
                    <a:p>
                      <a:pPr marL="285750" indent="-285750" algn="l">
                        <a:buFont typeface="Arial" panose="020B0604020202020204" pitchFamily="34" charset="0"/>
                        <a:buChar char="•"/>
                      </a:pPr>
                      <a:r>
                        <a:rPr lang="en-US" sz="2000" kern="1200">
                          <a:effectLst/>
                          <a:latin typeface="Amazon Ember" panose="02000000000000000000" pitchFamily="2" charset="0"/>
                        </a:rPr>
                        <a:t>Applications being developed or tested </a:t>
                      </a:r>
                      <a:endParaRPr lang="en-US" sz="2000" b="0">
                        <a:solidFill>
                          <a:schemeClr val="tx1"/>
                        </a:solidFill>
                        <a:latin typeface="Amazon Ember" panose="02000000000000000000" pitchFamily="2" charset="0"/>
                        <a:ea typeface="Amazon Ember" panose="02000000000000000000" pitchFamily="2" charset="0"/>
                      </a:endParaRPr>
                    </a:p>
                  </a:txBody>
                  <a:tcPr marL="121920" marR="121920" marT="60960" marB="60960" anchor="ctr"/>
                </a:tc>
                <a:extLst>
                  <a:ext uri="{0D108BD9-81ED-4DB2-BD59-A6C34878D82A}">
                    <a16:rowId xmlns:a16="http://schemas.microsoft.com/office/drawing/2014/main" val="1711903897"/>
                  </a:ext>
                </a:extLst>
              </a:tr>
              <a:tr h="1333634">
                <a:tc>
                  <a:txBody>
                    <a:bodyPr/>
                    <a:lstStyle/>
                    <a:p>
                      <a:pPr algn="ctr"/>
                      <a:r>
                        <a:rPr lang="en-US" sz="2000" b="1">
                          <a:solidFill>
                            <a:schemeClr val="bg1"/>
                          </a:solidFill>
                          <a:latin typeface="Amazon Ember" panose="02000000000000000000" pitchFamily="2" charset="0"/>
                        </a:rPr>
                        <a:t>Reserved</a:t>
                      </a:r>
                      <a:endParaRPr lang="en-US" sz="2000" b="1">
                        <a:solidFill>
                          <a:schemeClr val="bg1"/>
                        </a:solidFill>
                        <a:latin typeface="Amazon Ember" panose="02000000000000000000" pitchFamily="2" charset="0"/>
                        <a:ea typeface="Amazon Ember" panose="02000000000000000000" pitchFamily="2" charset="0"/>
                      </a:endParaRPr>
                    </a:p>
                  </a:txBody>
                  <a:tcPr marL="121920" marR="121920" marT="60960" marB="60960" anchor="ctr">
                    <a:solidFill>
                      <a:schemeClr val="accent1"/>
                    </a:solidFill>
                  </a:tcPr>
                </a:tc>
                <a:tc>
                  <a:txBody>
                    <a:bodyPr/>
                    <a:lstStyle/>
                    <a:p>
                      <a:pPr marL="285750" indent="-285750" algn="l">
                        <a:buFont typeface="Arial" panose="020B0604020202020204" pitchFamily="34" charset="0"/>
                        <a:buChar char="•"/>
                      </a:pPr>
                      <a:r>
                        <a:rPr lang="en-US" sz="2000" kern="1200">
                          <a:effectLst/>
                          <a:latin typeface="Amazon Ember" panose="02000000000000000000" pitchFamily="2" charset="0"/>
                        </a:rPr>
                        <a:t>No Upfront RI does not require an upfront payment</a:t>
                      </a:r>
                    </a:p>
                    <a:p>
                      <a:pPr marL="285750" indent="-285750" algn="l">
                        <a:buFont typeface="Arial" panose="020B0604020202020204" pitchFamily="34" charset="0"/>
                        <a:buChar char="•"/>
                      </a:pPr>
                      <a:r>
                        <a:rPr lang="en-US" sz="2000">
                          <a:solidFill>
                            <a:schemeClr val="tx1"/>
                          </a:solidFill>
                          <a:latin typeface="Amazon Ember" panose="02000000000000000000" pitchFamily="2" charset="0"/>
                          <a:ea typeface="Amazon Ember" panose="02000000000000000000" pitchFamily="2" charset="0"/>
                        </a:rPr>
                        <a:t>Up to 75% discount compared to On-Demand pricing and capacity reservations</a:t>
                      </a:r>
                    </a:p>
                  </a:txBody>
                  <a:tcPr marL="121920" marR="121920" marT="60960" marB="60960"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a:effectLst/>
                          <a:latin typeface="Amazon Ember" panose="02000000000000000000" pitchFamily="2" charset="0"/>
                        </a:rPr>
                        <a:t>Steady state or predictable usage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a:effectLst/>
                          <a:latin typeface="Amazon Ember" panose="02000000000000000000" pitchFamily="2" charset="0"/>
                        </a:rPr>
                        <a:t>Require reserved capacity</a:t>
                      </a:r>
                      <a:endParaRPr lang="en-US" sz="2000" b="0" i="0" kern="1200">
                        <a:solidFill>
                          <a:schemeClr val="tx1"/>
                        </a:solidFill>
                        <a:effectLst/>
                        <a:latin typeface="Amazon Ember" panose="02000000000000000000" pitchFamily="2" charset="0"/>
                        <a:ea typeface="Amazon Ember" panose="02000000000000000000" pitchFamily="2" charset="0"/>
                        <a:cs typeface="+mn-cs"/>
                      </a:endParaRPr>
                    </a:p>
                  </a:txBody>
                  <a:tcPr marL="121920" marR="121920" marT="60960" marB="60960" anchor="ctr"/>
                </a:tc>
                <a:extLst>
                  <a:ext uri="{0D108BD9-81ED-4DB2-BD59-A6C34878D82A}">
                    <a16:rowId xmlns:a16="http://schemas.microsoft.com/office/drawing/2014/main" val="2970731721"/>
                  </a:ext>
                </a:extLst>
              </a:tr>
              <a:tr h="1246075">
                <a:tc>
                  <a:txBody>
                    <a:bodyPr/>
                    <a:lstStyle/>
                    <a:p>
                      <a:pPr algn="ctr"/>
                      <a:r>
                        <a:rPr lang="en-US" sz="2000" b="1">
                          <a:solidFill>
                            <a:schemeClr val="bg1"/>
                          </a:solidFill>
                          <a:latin typeface="Amazon Ember" panose="02000000000000000000" pitchFamily="2" charset="0"/>
                        </a:rPr>
                        <a:t>Spot</a:t>
                      </a:r>
                      <a:endParaRPr lang="en-US" sz="2000" b="1">
                        <a:solidFill>
                          <a:schemeClr val="bg1"/>
                        </a:solidFill>
                        <a:latin typeface="Amazon Ember" panose="02000000000000000000" pitchFamily="2" charset="0"/>
                        <a:ea typeface="Amazon Ember" panose="02000000000000000000" pitchFamily="2" charset="0"/>
                      </a:endParaRPr>
                    </a:p>
                  </a:txBody>
                  <a:tcPr marL="121920" marR="121920" marT="60960" marB="60960" anchor="ctr">
                    <a:solidFill>
                      <a:schemeClr val="accent1"/>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a:effectLst/>
                          <a:latin typeface="Amazon Ember" panose="02000000000000000000" pitchFamily="2" charset="0"/>
                        </a:rPr>
                        <a:t>Flexible start and end times</a:t>
                      </a:r>
                    </a:p>
                    <a:p>
                      <a:pPr marL="285750" indent="-285750" algn="l">
                        <a:buFont typeface="Arial" panose="020B0604020202020204" pitchFamily="34" charset="0"/>
                        <a:buChar char="•"/>
                      </a:pPr>
                      <a:r>
                        <a:rPr lang="en-US" sz="2000" kern="1200">
                          <a:effectLst/>
                          <a:latin typeface="Amazon Ember" panose="02000000000000000000" pitchFamily="2" charset="0"/>
                        </a:rPr>
                        <a:t>Feasible at very low compute prices</a:t>
                      </a:r>
                      <a:endParaRPr lang="en-US" sz="2000">
                        <a:solidFill>
                          <a:schemeClr val="tx1"/>
                        </a:solidFill>
                        <a:latin typeface="Amazon Ember" panose="02000000000000000000" pitchFamily="2" charset="0"/>
                        <a:ea typeface="Amazon Ember" panose="02000000000000000000" pitchFamily="2" charset="0"/>
                      </a:endParaRPr>
                    </a:p>
                  </a:txBody>
                  <a:tcPr marL="121920" marR="121920" marT="60960" marB="60960" anchor="ctr"/>
                </a:tc>
                <a:tc>
                  <a:txBody>
                    <a:bodyPr/>
                    <a:lstStyle/>
                    <a:p>
                      <a:pPr marL="285750" indent="-285750" algn="l">
                        <a:buFont typeface="Arial" panose="020B0604020202020204" pitchFamily="34" charset="0"/>
                        <a:buChar char="•"/>
                      </a:pPr>
                      <a:r>
                        <a:rPr lang="en-US" sz="2000" kern="1200">
                          <a:effectLst/>
                          <a:latin typeface="Amazon Ember" panose="02000000000000000000" pitchFamily="2" charset="0"/>
                        </a:rPr>
                        <a:t>Urgent computing needs with steep</a:t>
                      </a:r>
                      <a:r>
                        <a:rPr lang="en-US" sz="2000" kern="1200" baseline="0">
                          <a:effectLst/>
                          <a:latin typeface="Amazon Ember" panose="02000000000000000000" pitchFamily="2" charset="0"/>
                        </a:rPr>
                        <a:t> discounts</a:t>
                      </a:r>
                      <a:endParaRPr lang="en-US" sz="2000" kern="1200">
                        <a:effectLst/>
                        <a:latin typeface="Amazon Ember" panose="02000000000000000000" pitchFamily="2"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a:effectLst/>
                          <a:latin typeface="Amazon Ember" panose="02000000000000000000" pitchFamily="2" charset="0"/>
                        </a:rPr>
                        <a:t>Large amounts of additional capacity</a:t>
                      </a:r>
                      <a:endParaRPr lang="en-US" sz="2000" b="0" i="0" kern="1200">
                        <a:solidFill>
                          <a:schemeClr val="tx1"/>
                        </a:solidFill>
                        <a:effectLst/>
                        <a:latin typeface="Amazon Ember" panose="02000000000000000000" pitchFamily="2" charset="0"/>
                        <a:ea typeface="Amazon Ember" panose="02000000000000000000" pitchFamily="2" charset="0"/>
                        <a:cs typeface="+mn-cs"/>
                      </a:endParaRPr>
                    </a:p>
                  </a:txBody>
                  <a:tcPr marL="121920" marR="121920" marT="60960" marB="60960" anchor="ctr"/>
                </a:tc>
                <a:extLst>
                  <a:ext uri="{0D108BD9-81ED-4DB2-BD59-A6C34878D82A}">
                    <a16:rowId xmlns:a16="http://schemas.microsoft.com/office/drawing/2014/main" val="4195024441"/>
                  </a:ext>
                </a:extLst>
              </a:tr>
            </a:tbl>
          </a:graphicData>
        </a:graphic>
      </p:graphicFrame>
      <p:sp>
        <p:nvSpPr>
          <p:cNvPr id="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36</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617623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099" y="365125"/>
            <a:ext cx="9711489" cy="474119"/>
          </a:xfrm>
        </p:spPr>
        <p:txBody>
          <a:bodyPr/>
          <a:lstStyle/>
          <a:p>
            <a:r>
              <a:rPr lang="en-US" sz="3600" b="1"/>
              <a:t>Amazon EC2 purchasing options (2 of 2)</a:t>
            </a:r>
          </a:p>
        </p:txBody>
      </p:sp>
      <p:graphicFrame>
        <p:nvGraphicFramePr>
          <p:cNvPr id="6" name="Table 5"/>
          <p:cNvGraphicFramePr>
            <a:graphicFrameLocks noGrp="1"/>
          </p:cNvGraphicFramePr>
          <p:nvPr>
            <p:extLst>
              <p:ext uri="{D42A27DB-BD31-4B8C-83A1-F6EECF244321}">
                <p14:modId xmlns:p14="http://schemas.microsoft.com/office/powerpoint/2010/main" val="3723131787"/>
              </p:ext>
            </p:extLst>
          </p:nvPr>
        </p:nvGraphicFramePr>
        <p:xfrm>
          <a:off x="549728" y="1503407"/>
          <a:ext cx="11244167" cy="4591535"/>
        </p:xfrm>
        <a:graphic>
          <a:graphicData uri="http://schemas.openxmlformats.org/drawingml/2006/table">
            <a:tbl>
              <a:tblPr firstRow="1" bandRow="1">
                <a:tableStyleId>{0E3FDE45-AF77-4B5C-9715-49D594BDF05E}</a:tableStyleId>
              </a:tblPr>
              <a:tblGrid>
                <a:gridCol w="1692663">
                  <a:extLst>
                    <a:ext uri="{9D8B030D-6E8A-4147-A177-3AD203B41FA5}">
                      <a16:colId xmlns:a16="http://schemas.microsoft.com/office/drawing/2014/main" val="2456129320"/>
                    </a:ext>
                  </a:extLst>
                </a:gridCol>
                <a:gridCol w="5558797">
                  <a:extLst>
                    <a:ext uri="{9D8B030D-6E8A-4147-A177-3AD203B41FA5}">
                      <a16:colId xmlns:a16="http://schemas.microsoft.com/office/drawing/2014/main" val="2182767506"/>
                    </a:ext>
                  </a:extLst>
                </a:gridCol>
                <a:gridCol w="3992707">
                  <a:extLst>
                    <a:ext uri="{9D8B030D-6E8A-4147-A177-3AD203B41FA5}">
                      <a16:colId xmlns:a16="http://schemas.microsoft.com/office/drawing/2014/main" val="2120671219"/>
                    </a:ext>
                  </a:extLst>
                </a:gridCol>
              </a:tblGrid>
              <a:tr h="776053">
                <a:tc>
                  <a:txBody>
                    <a:bodyPr/>
                    <a:lstStyle/>
                    <a:p>
                      <a:pPr algn="ctr"/>
                      <a:r>
                        <a:rPr lang="en-US" sz="2400">
                          <a:solidFill>
                            <a:schemeClr val="bg1"/>
                          </a:solidFill>
                          <a:latin typeface="Amazon Ember" panose="02000000000000000000" pitchFamily="2" charset="0"/>
                        </a:rPr>
                        <a:t>Instance</a:t>
                      </a:r>
                      <a:r>
                        <a:rPr lang="en-US" sz="2400" baseline="0">
                          <a:solidFill>
                            <a:schemeClr val="bg1"/>
                          </a:solidFill>
                          <a:latin typeface="Amazon Ember" panose="02000000000000000000" pitchFamily="2" charset="0"/>
                        </a:rPr>
                        <a:t> Type</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accent1"/>
                    </a:solidFill>
                  </a:tcPr>
                </a:tc>
                <a:tc>
                  <a:txBody>
                    <a:bodyPr/>
                    <a:lstStyle/>
                    <a:p>
                      <a:pPr algn="ctr"/>
                      <a:r>
                        <a:rPr lang="en-US" sz="2400">
                          <a:solidFill>
                            <a:schemeClr val="bg1"/>
                          </a:solidFill>
                          <a:latin typeface="Amazon Ember" panose="02000000000000000000" pitchFamily="2" charset="0"/>
                        </a:rPr>
                        <a:t>Benefit</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tx2">
                        <a:lumMod val="50000"/>
                      </a:schemeClr>
                    </a:solidFill>
                  </a:tcPr>
                </a:tc>
                <a:tc>
                  <a:txBody>
                    <a:bodyPr/>
                    <a:lstStyle/>
                    <a:p>
                      <a:pPr algn="ctr"/>
                      <a:r>
                        <a:rPr lang="en-US" sz="2400">
                          <a:solidFill>
                            <a:schemeClr val="bg1"/>
                          </a:solidFill>
                          <a:latin typeface="Amazon Ember" panose="02000000000000000000" pitchFamily="2" charset="0"/>
                        </a:rPr>
                        <a:t>Use Case</a:t>
                      </a:r>
                      <a:endParaRPr lang="en-US" sz="2400">
                        <a:solidFill>
                          <a:schemeClr val="bg1"/>
                        </a:solidFill>
                        <a:latin typeface="Amazon Ember" panose="02000000000000000000" pitchFamily="2" charset="0"/>
                        <a:ea typeface="Amazon Ember" panose="02000000000000000000" pitchFamily="2" charset="0"/>
                      </a:endParaRPr>
                    </a:p>
                  </a:txBody>
                  <a:tcPr anchor="ctr">
                    <a:solidFill>
                      <a:schemeClr val="tx2">
                        <a:lumMod val="50000"/>
                      </a:schemeClr>
                    </a:solidFill>
                  </a:tcPr>
                </a:tc>
                <a:extLst>
                  <a:ext uri="{0D108BD9-81ED-4DB2-BD59-A6C34878D82A}">
                    <a16:rowId xmlns:a16="http://schemas.microsoft.com/office/drawing/2014/main" val="1096184535"/>
                  </a:ext>
                </a:extLst>
              </a:tr>
              <a:tr h="1264678">
                <a:tc>
                  <a:txBody>
                    <a:bodyPr/>
                    <a:lstStyle/>
                    <a:p>
                      <a:pPr algn="ctr"/>
                      <a:r>
                        <a:rPr lang="en-US" sz="2000" b="1">
                          <a:solidFill>
                            <a:schemeClr val="bg1"/>
                          </a:solidFill>
                          <a:latin typeface="Amazon Ember" panose="02000000000000000000" pitchFamily="2" charset="0"/>
                        </a:rPr>
                        <a:t>Dedicated Hosts</a:t>
                      </a:r>
                      <a:endParaRPr lang="en-US" sz="2000" b="1">
                        <a:solidFill>
                          <a:schemeClr val="bg1"/>
                        </a:solidFill>
                        <a:latin typeface="Amazon Ember" panose="02000000000000000000" pitchFamily="2" charset="0"/>
                        <a:ea typeface="Amazon Ember" panose="02000000000000000000" pitchFamily="2" charset="0"/>
                      </a:endParaRPr>
                    </a:p>
                  </a:txBody>
                  <a:tcPr marL="121920" marR="121920" marT="60960" marB="60960" anchor="ctr">
                    <a:solidFill>
                      <a:schemeClr val="accent1"/>
                    </a:solidFill>
                  </a:tcPr>
                </a:tc>
                <a:tc>
                  <a:txBody>
                    <a:bodyPr/>
                    <a:lstStyle/>
                    <a:p>
                      <a:pPr marL="285750" indent="-285750" algn="l" defTabSz="914400" rtl="0" eaLnBrk="1" latinLnBrk="0" hangingPunct="1">
                        <a:buClr>
                          <a:schemeClr val="tx1"/>
                        </a:buClr>
                        <a:buFont typeface="Arial" panose="020B0604020202020204" pitchFamily="34" charset="0"/>
                        <a:buChar char="•"/>
                      </a:pPr>
                      <a:r>
                        <a:rPr lang="en-US" sz="2000" kern="1200">
                          <a:latin typeface="Amazon Ember" panose="02000000000000000000" pitchFamily="2" charset="0"/>
                        </a:rPr>
                        <a:t>Physical host fully dedicated to running your instances</a:t>
                      </a:r>
                    </a:p>
                    <a:p>
                      <a:pPr marL="285750" indent="-285750" algn="l" defTabSz="914400" rtl="0" eaLnBrk="1" latinLnBrk="0" hangingPunct="1">
                        <a:buClr>
                          <a:schemeClr val="tx1"/>
                        </a:buClr>
                        <a:buFont typeface="Arial" panose="020B0604020202020204" pitchFamily="34" charset="0"/>
                        <a:buChar char="•"/>
                      </a:pPr>
                      <a:r>
                        <a:rPr lang="en-US" sz="2000" kern="1200">
                          <a:latin typeface="Amazon Ember" panose="02000000000000000000" pitchFamily="2" charset="0"/>
                        </a:rPr>
                        <a:t>You</a:t>
                      </a:r>
                      <a:r>
                        <a:rPr lang="en-US" sz="2000" kern="1200" baseline="0">
                          <a:latin typeface="Amazon Ember" panose="02000000000000000000" pitchFamily="2" charset="0"/>
                        </a:rPr>
                        <a:t> can b</a:t>
                      </a:r>
                      <a:r>
                        <a:rPr lang="en-US" sz="2000" kern="1200">
                          <a:latin typeface="Amazon Ember" panose="02000000000000000000" pitchFamily="2" charset="0"/>
                        </a:rPr>
                        <a:t>ring your per-socket or per-VM software licenses to reduce cost</a:t>
                      </a:r>
                      <a:endParaRPr lang="en-US" sz="2000" b="0">
                        <a:solidFill>
                          <a:schemeClr val="tx1"/>
                        </a:solidFill>
                        <a:latin typeface="Amazon Ember" panose="02000000000000000000" pitchFamily="2" charset="0"/>
                        <a:ea typeface="Amazon Ember" panose="02000000000000000000" pitchFamily="2" charset="0"/>
                      </a:endParaRPr>
                    </a:p>
                  </a:txBody>
                  <a:tcPr marL="121920" marR="121920" marT="60960" marB="60960" anchor="ctr"/>
                </a:tc>
                <a:tc>
                  <a:txBody>
                    <a:bodyPr/>
                    <a:lstStyle/>
                    <a:p>
                      <a:pPr marL="285750" indent="-285750" algn="l">
                        <a:buFont typeface="Arial" panose="020B0604020202020204" pitchFamily="34" charset="0"/>
                        <a:buChar char="•"/>
                      </a:pPr>
                      <a:r>
                        <a:rPr lang="en-US" sz="2000" kern="1200">
                          <a:solidFill>
                            <a:schemeClr val="tx1"/>
                          </a:solidFill>
                          <a:latin typeface="Amazon Ember" panose="02000000000000000000" pitchFamily="2" charset="0"/>
                          <a:ea typeface="+mn-ea"/>
                          <a:cs typeface="+mn-cs"/>
                        </a:rPr>
                        <a:t>You</a:t>
                      </a:r>
                      <a:r>
                        <a:rPr lang="en-US" sz="2000" kern="1200" baseline="0">
                          <a:solidFill>
                            <a:schemeClr val="tx1"/>
                          </a:solidFill>
                          <a:latin typeface="Amazon Ember" panose="02000000000000000000" pitchFamily="2" charset="0"/>
                          <a:ea typeface="+mn-ea"/>
                          <a:cs typeface="+mn-cs"/>
                        </a:rPr>
                        <a:t> want to us</a:t>
                      </a:r>
                      <a:r>
                        <a:rPr lang="en-US" sz="2000" kern="1200">
                          <a:solidFill>
                            <a:schemeClr val="tx1"/>
                          </a:solidFill>
                          <a:latin typeface="Amazon Ember" panose="02000000000000000000" pitchFamily="2" charset="0"/>
                          <a:ea typeface="+mn-ea"/>
                          <a:cs typeface="+mn-cs"/>
                        </a:rPr>
                        <a:t>e your existing per-socket, per-core, or per-VM software licenses</a:t>
                      </a:r>
                    </a:p>
                  </a:txBody>
                  <a:tcPr marL="121920" marR="121920" marT="60960" marB="60960" anchor="ctr"/>
                </a:tc>
                <a:extLst>
                  <a:ext uri="{0D108BD9-81ED-4DB2-BD59-A6C34878D82A}">
                    <a16:rowId xmlns:a16="http://schemas.microsoft.com/office/drawing/2014/main" val="1711903897"/>
                  </a:ext>
                </a:extLst>
              </a:tr>
              <a:tr h="977251">
                <a:tc>
                  <a:txBody>
                    <a:bodyPr/>
                    <a:lstStyle/>
                    <a:p>
                      <a:pPr algn="ctr"/>
                      <a:r>
                        <a:rPr lang="en-US" sz="2000" b="1">
                          <a:solidFill>
                            <a:schemeClr val="bg1"/>
                          </a:solidFill>
                          <a:latin typeface="Amazon Ember" panose="02000000000000000000" pitchFamily="2" charset="0"/>
                        </a:rPr>
                        <a:t>Dedicated Instances</a:t>
                      </a:r>
                      <a:endParaRPr lang="en-US" sz="2000" b="1">
                        <a:solidFill>
                          <a:schemeClr val="bg1"/>
                        </a:solidFill>
                        <a:latin typeface="Amazon Ember" panose="02000000000000000000" pitchFamily="2" charset="0"/>
                        <a:ea typeface="Amazon Ember" panose="02000000000000000000" pitchFamily="2" charset="0"/>
                      </a:endParaRPr>
                    </a:p>
                  </a:txBody>
                  <a:tcPr marL="121920" marR="121920" marT="60960" marB="60960" anchor="ctr">
                    <a:solidFill>
                      <a:schemeClr val="accent1"/>
                    </a:solidFill>
                  </a:tcPr>
                </a:tc>
                <a:tc>
                  <a:txBody>
                    <a:bodyPr/>
                    <a:lstStyle/>
                    <a:p>
                      <a:pPr marL="285750" indent="-285750" algn="l">
                        <a:buFont typeface="Arial" panose="020B0604020202020204" pitchFamily="34" charset="0"/>
                        <a:buChar char="•"/>
                      </a:pPr>
                      <a:r>
                        <a:rPr lang="en-US" sz="2000" kern="1200">
                          <a:latin typeface="Amazon Ember" panose="02000000000000000000" pitchFamily="2" charset="0"/>
                        </a:rPr>
                        <a:t>Instances run on hardware that is dedicated to a single account</a:t>
                      </a:r>
                      <a:endParaRPr lang="en-US" sz="2000">
                        <a:solidFill>
                          <a:schemeClr val="tx1"/>
                        </a:solidFill>
                        <a:latin typeface="Amazon Ember" panose="02000000000000000000" pitchFamily="2" charset="0"/>
                        <a:ea typeface="Amazon Ember" panose="02000000000000000000" pitchFamily="2" charset="0"/>
                      </a:endParaRPr>
                    </a:p>
                  </a:txBody>
                  <a:tcPr marL="121920" marR="121920" marT="60960" marB="60960"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a:solidFill>
                            <a:schemeClr val="tx1"/>
                          </a:solidFill>
                          <a:latin typeface="Amazon Ember" panose="02000000000000000000" pitchFamily="2" charset="0"/>
                          <a:ea typeface="+mn-ea"/>
                          <a:cs typeface="+mn-cs"/>
                        </a:rPr>
                        <a:t>When regulatory restrictions that require physical isolation apply</a:t>
                      </a:r>
                    </a:p>
                  </a:txBody>
                  <a:tcPr marL="121920" marR="121920" marT="60960" marB="60960" anchor="ctr"/>
                </a:tc>
                <a:extLst>
                  <a:ext uri="{0D108BD9-81ED-4DB2-BD59-A6C34878D82A}">
                    <a16:rowId xmlns:a16="http://schemas.microsoft.com/office/drawing/2014/main" val="2970731721"/>
                  </a:ext>
                </a:extLst>
              </a:tr>
              <a:tr h="1450204">
                <a:tc>
                  <a:txBody>
                    <a:bodyPr/>
                    <a:lstStyle/>
                    <a:p>
                      <a:pPr algn="ctr"/>
                      <a:r>
                        <a:rPr lang="en-US" sz="2000" b="1">
                          <a:solidFill>
                            <a:schemeClr val="bg1"/>
                          </a:solidFill>
                          <a:latin typeface="Amazon Ember" panose="02000000000000000000" pitchFamily="2" charset="0"/>
                          <a:ea typeface="Amazon Ember" panose="02000000000000000000" pitchFamily="2" charset="0"/>
                        </a:rPr>
                        <a:t>i3.metal</a:t>
                      </a:r>
                    </a:p>
                  </a:txBody>
                  <a:tcPr marL="121920" marR="121920" marT="60960" marB="60960" anchor="ctr">
                    <a:solidFill>
                      <a:schemeClr val="accent1"/>
                    </a:solidFill>
                  </a:tcPr>
                </a:tc>
                <a:tc>
                  <a:txBody>
                    <a:bodyPr/>
                    <a:lstStyle/>
                    <a:p>
                      <a:pPr marL="285750" indent="-285750" algn="l" defTabSz="914400" rtl="0" eaLnBrk="1" latinLnBrk="0" hangingPunct="1">
                        <a:buClr>
                          <a:schemeClr val="tx1"/>
                        </a:buClr>
                        <a:buFont typeface="Arial" panose="020B0604020202020204" pitchFamily="34" charset="0"/>
                        <a:buChar char="•"/>
                      </a:pPr>
                      <a:r>
                        <a:rPr lang="en-US" sz="2000" kern="1200">
                          <a:latin typeface="Amazon Ember" panose="02000000000000000000" pitchFamily="2" charset="0"/>
                        </a:rPr>
                        <a:t>Physical host on which you can run the operating system or virtualization layer of your choice</a:t>
                      </a:r>
                      <a:endParaRPr lang="en-US" sz="2000" kern="1200">
                        <a:solidFill>
                          <a:schemeClr val="tx1"/>
                        </a:solidFill>
                        <a:latin typeface="Amazon Ember" panose="02000000000000000000" pitchFamily="2" charset="0"/>
                        <a:ea typeface="Amazon Ember" panose="02000000000000000000" pitchFamily="2" charset="0"/>
                        <a:cs typeface="Amazon Ember Light" panose="020B0403020204020204" pitchFamily="34" charset="0"/>
                      </a:endParaRPr>
                    </a:p>
                  </a:txBody>
                  <a:tcPr marL="121920" marR="121920" marT="60960" marB="60960" anchor="ctr"/>
                </a:tc>
                <a:tc>
                  <a:txBody>
                    <a:bodyPr/>
                    <a:lstStyle/>
                    <a:p>
                      <a:pPr marL="285750" indent="-285750" algn="l">
                        <a:buFont typeface="Arial" panose="020B0604020202020204" pitchFamily="34" charset="0"/>
                        <a:buChar char="•"/>
                      </a:pPr>
                      <a:r>
                        <a:rPr lang="en-US" sz="2000" kern="1200">
                          <a:solidFill>
                            <a:schemeClr val="tx1"/>
                          </a:solidFill>
                          <a:latin typeface="Amazon Ember" panose="02000000000000000000" pitchFamily="2" charset="0"/>
                          <a:ea typeface="+mn-ea"/>
                          <a:cs typeface="+mn-cs"/>
                        </a:rPr>
                        <a:t>Workloads that require access to hardware feature sets (such as Intel® VT-x)</a:t>
                      </a:r>
                    </a:p>
                  </a:txBody>
                  <a:tcPr marL="121920" marR="121920" marT="60960" marB="60960" anchor="ctr"/>
                </a:tc>
                <a:extLst>
                  <a:ext uri="{0D108BD9-81ED-4DB2-BD59-A6C34878D82A}">
                    <a16:rowId xmlns:a16="http://schemas.microsoft.com/office/drawing/2014/main" val="4195024441"/>
                  </a:ext>
                </a:extLst>
              </a:tr>
            </a:tbl>
          </a:graphicData>
        </a:graphic>
      </p:graphicFrame>
      <p:sp>
        <p:nvSpPr>
          <p:cNvPr id="5"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3" name="Slide Number Placeholder 2"/>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37</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40600303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Spot Instance mechanics</a:t>
            </a:r>
          </a:p>
        </p:txBody>
      </p:sp>
      <p:sp>
        <p:nvSpPr>
          <p:cNvPr id="3" name="Content Placeholder 2"/>
          <p:cNvSpPr>
            <a:spLocks noGrp="1"/>
          </p:cNvSpPr>
          <p:nvPr>
            <p:ph idx="1"/>
          </p:nvPr>
        </p:nvSpPr>
        <p:spPr>
          <a:xfrm>
            <a:off x="419100" y="1349755"/>
            <a:ext cx="11772900" cy="4648788"/>
          </a:xfrm>
        </p:spPr>
        <p:txBody>
          <a:bodyPr>
            <a:normAutofit/>
          </a:bodyPr>
          <a:lstStyle/>
          <a:p>
            <a:r>
              <a:rPr lang="en-US"/>
              <a:t>Specify interruption behavior:</a:t>
            </a:r>
          </a:p>
          <a:p>
            <a:pPr lvl="1"/>
            <a:r>
              <a:rPr lang="en-US"/>
              <a:t>Hibernate: saves memory state to disk (up to 122GB)</a:t>
            </a:r>
          </a:p>
          <a:p>
            <a:pPr lvl="1"/>
            <a:r>
              <a:rPr lang="en-US"/>
              <a:t>Stop</a:t>
            </a:r>
          </a:p>
          <a:p>
            <a:pPr lvl="1"/>
            <a:r>
              <a:rPr lang="en-US"/>
              <a:t>Terminate</a:t>
            </a:r>
          </a:p>
          <a:p>
            <a:pPr marL="457200" lvl="1" indent="0">
              <a:buNone/>
            </a:pPr>
            <a:endParaRPr lang="en-US" sz="1200"/>
          </a:p>
          <a:p>
            <a:r>
              <a:rPr lang="en-US"/>
              <a:t>Interruption warning: Instance receives 2 minute notice.</a:t>
            </a:r>
          </a:p>
          <a:p>
            <a:pPr marL="0" indent="0">
              <a:buNone/>
            </a:pPr>
            <a:endParaRPr lang="en-US" sz="1050"/>
          </a:p>
          <a:p>
            <a:r>
              <a:rPr lang="en-US"/>
              <a:t>Hook operating system shutdown events to clean up:</a:t>
            </a:r>
          </a:p>
          <a:p>
            <a:pPr lvl="1"/>
            <a:r>
              <a:rPr lang="en-US" b="1"/>
              <a:t>Linux</a:t>
            </a:r>
            <a:r>
              <a:rPr lang="en-US"/>
              <a:t>: Hook into runlevels (/etc/rc0.d, /etc/rc6.d)</a:t>
            </a:r>
          </a:p>
          <a:p>
            <a:pPr lvl="1"/>
            <a:r>
              <a:rPr lang="en-US" b="1"/>
              <a:t>Windows</a:t>
            </a:r>
            <a:r>
              <a:rPr lang="en-US"/>
              <a:t>: Add script to Shutdown event in local computer policy</a:t>
            </a:r>
          </a:p>
          <a:p>
            <a:pPr lvl="1"/>
            <a:endParaRPr lang="en-US"/>
          </a:p>
        </p:txBody>
      </p:sp>
      <p:graphicFrame>
        <p:nvGraphicFramePr>
          <p:cNvPr id="5" name="Diagram 4"/>
          <p:cNvGraphicFramePr/>
          <p:nvPr>
            <p:extLst>
              <p:ext uri="{D42A27DB-BD31-4B8C-83A1-F6EECF244321}">
                <p14:modId xmlns:p14="http://schemas.microsoft.com/office/powerpoint/2010/main" val="3186094649"/>
              </p:ext>
            </p:extLst>
          </p:nvPr>
        </p:nvGraphicFramePr>
        <p:xfrm>
          <a:off x="419100" y="5511843"/>
          <a:ext cx="11353800" cy="16139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effectLst/>
                <a:uLnTx/>
                <a:uFillTx/>
              </a:rPr>
              <a:t>© 2019 Amazon Web Services, Inc. or its Affiliates. All rights reserved.</a:t>
            </a:r>
          </a:p>
        </p:txBody>
      </p:sp>
      <p:sp>
        <p:nvSpPr>
          <p:cNvPr id="4" name="Slide Number Placeholder 3"/>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38</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2177546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19100" y="365125"/>
            <a:ext cx="9034272" cy="4741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b="0" i="0" kern="120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r>
              <a:rPr lang="en-US" sz="3600" b="1">
                <a:latin typeface="Amazon Ember" panose="02000000000000000000" pitchFamily="2" charset="0"/>
                <a:ea typeface="Amazon Ember" panose="02000000000000000000" pitchFamily="2" charset="0"/>
              </a:rPr>
              <a:t>Summary</a:t>
            </a:r>
          </a:p>
        </p:txBody>
      </p:sp>
      <p:sp>
        <p:nvSpPr>
          <p:cNvPr id="7" name="Subtitle 10"/>
          <p:cNvSpPr txBox="1">
            <a:spLocks/>
          </p:cNvSpPr>
          <p:nvPr/>
        </p:nvSpPr>
        <p:spPr>
          <a:xfrm>
            <a:off x="409825" y="1379914"/>
            <a:ext cx="11595907" cy="492801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Blip>
                <a:blip r:embed="rId4"/>
              </a:buBlip>
              <a:defRPr sz="2800" b="0" i="0" kern="1200">
                <a:solidFill>
                  <a:schemeClr val="tx1"/>
                </a:solidFill>
                <a:latin typeface="Amazon Ember Light" charset="0"/>
                <a:ea typeface="Amazon Ember Light" charset="0"/>
                <a:cs typeface="Amazon Ember Light" charset="0"/>
              </a:defRPr>
            </a:lvl1pPr>
            <a:lvl2pPr marL="685800" indent="-228600" algn="l" defTabSz="914400" rtl="0" eaLnBrk="1" latinLnBrk="0" hangingPunct="1">
              <a:lnSpc>
                <a:spcPct val="90000"/>
              </a:lnSpc>
              <a:spcBef>
                <a:spcPts val="500"/>
              </a:spcBef>
              <a:buFontTx/>
              <a:buBlip>
                <a:blip r:embed="rId4"/>
              </a:buBlip>
              <a:defRPr sz="2400" b="0" i="0" kern="1200">
                <a:solidFill>
                  <a:schemeClr val="tx1"/>
                </a:solidFill>
                <a:latin typeface="Amazon Ember Light" charset="0"/>
                <a:ea typeface="Amazon Ember Light" charset="0"/>
                <a:cs typeface="Amazon Ember Light" charset="0"/>
              </a:defRPr>
            </a:lvl2pPr>
            <a:lvl3pPr marL="1143000" indent="-228600" algn="l" defTabSz="914400" rtl="0" eaLnBrk="1" latinLnBrk="0" hangingPunct="1">
              <a:lnSpc>
                <a:spcPct val="90000"/>
              </a:lnSpc>
              <a:spcBef>
                <a:spcPts val="500"/>
              </a:spcBef>
              <a:buFontTx/>
              <a:buBlip>
                <a:blip r:embed="rId4"/>
              </a:buBlip>
              <a:defRPr sz="2000" b="0" i="0" kern="1200">
                <a:solidFill>
                  <a:schemeClr val="tx1"/>
                </a:solidFill>
                <a:latin typeface="Amazon Ember Light" charset="0"/>
                <a:ea typeface="Amazon Ember Light" charset="0"/>
                <a:cs typeface="Amazon Ember Light" charset="0"/>
              </a:defRPr>
            </a:lvl3pPr>
            <a:lvl4pPr marL="16002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4pPr>
            <a:lvl5pPr marL="2057400" indent="-228600" algn="l" defTabSz="914400" rtl="0" eaLnBrk="1" latinLnBrk="0" hangingPunct="1">
              <a:lnSpc>
                <a:spcPct val="90000"/>
              </a:lnSpc>
              <a:spcBef>
                <a:spcPts val="500"/>
              </a:spcBef>
              <a:buFontTx/>
              <a:buBlip>
                <a:blip r:embed="rId4"/>
              </a:buBlip>
              <a:defRPr sz="1800" b="0" i="0" kern="1200">
                <a:solidFill>
                  <a:schemeClr val="tx1"/>
                </a:solidFill>
                <a:latin typeface="Amazon Ember Light" charset="0"/>
                <a:ea typeface="Amazon Ember Light" charset="0"/>
                <a:cs typeface="Amazon Ember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Amazon EC2 virtualization</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Instance types and storage options available for EC2 instances</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Networking components that must be specified when launching an EC2 instance</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Amazon EC2 user data and metadata</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The lifecycle states for an EC2 instance</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The shared responsibility model</a:t>
            </a:r>
          </a:p>
          <a:p>
            <a:pPr marL="171450" lvl="0" indent="-171450">
              <a:buFont typeface="Arial" panose="020B0604020202020204" pitchFamily="34" charset="0"/>
              <a:buChar char="•"/>
            </a:pPr>
            <a:r>
              <a:rPr lang="en-US" sz="2400">
                <a:latin typeface="Amazon Ember" panose="02000000000000000000" pitchFamily="2" charset="0"/>
                <a:ea typeface="Amazon Ember" panose="02000000000000000000" pitchFamily="2" charset="0"/>
              </a:rPr>
              <a:t>How to create Amazon EC2 instances</a:t>
            </a:r>
            <a:endParaRPr lang="en-US" sz="2000">
              <a:latin typeface="Amazon Ember" panose="02000000000000000000" pitchFamily="2" charset="0"/>
              <a:ea typeface="Amazon Ember" panose="02000000000000000000" pitchFamily="2" charset="0"/>
            </a:endParaRPr>
          </a:p>
          <a:p>
            <a:pPr marL="0" lvl="0" indent="0">
              <a:buNone/>
            </a:pPr>
            <a:endParaRPr lang="en-US" sz="2400">
              <a:latin typeface="Amazon Ember" panose="02000000000000000000" pitchFamily="2" charset="0"/>
              <a:ea typeface="Amazon Ember" panose="02000000000000000000" pitchFamily="2" charset="0"/>
            </a:endParaRPr>
          </a:p>
          <a:p>
            <a:pPr marL="0" indent="0">
              <a:lnSpc>
                <a:spcPct val="150000"/>
              </a:lnSpc>
              <a:buNone/>
            </a:pPr>
            <a:r>
              <a:rPr lang="en-US" sz="2400" b="1">
                <a:latin typeface="Amazon Ember" panose="02000000000000000000" pitchFamily="2" charset="0"/>
                <a:ea typeface="Amazon Ember" panose="02000000000000000000" pitchFamily="2" charset="0"/>
              </a:rPr>
              <a:t>To finish this module:</a:t>
            </a:r>
          </a:p>
          <a:p>
            <a:pPr marL="0" indent="0">
              <a:buNone/>
            </a:pPr>
            <a:r>
              <a:rPr lang="en-US" sz="2400">
                <a:latin typeface="Amazon Ember" panose="02000000000000000000" pitchFamily="2" charset="0"/>
                <a:ea typeface="Amazon Ember" panose="02000000000000000000" pitchFamily="2" charset="0"/>
                <a:cs typeface="Amazon Ember Light" panose="020B0403020204020204" pitchFamily="34" charset="0"/>
              </a:rPr>
              <a:t>Complete:</a:t>
            </a:r>
          </a:p>
        </p:txBody>
      </p:sp>
      <p:grpSp>
        <p:nvGrpSpPr>
          <p:cNvPr id="8" name="Group 7"/>
          <p:cNvGrpSpPr/>
          <p:nvPr/>
        </p:nvGrpSpPr>
        <p:grpSpPr>
          <a:xfrm>
            <a:off x="2198888" y="5749100"/>
            <a:ext cx="2832953" cy="532323"/>
            <a:chOff x="4188879" y="4810544"/>
            <a:chExt cx="2832953" cy="532323"/>
          </a:xfrm>
        </p:grpSpPr>
        <p:sp>
          <p:nvSpPr>
            <p:cNvPr id="9" name="TextBox 8"/>
            <p:cNvSpPr txBox="1"/>
            <p:nvPr/>
          </p:nvSpPr>
          <p:spPr>
            <a:xfrm>
              <a:off x="4721202" y="4892040"/>
              <a:ext cx="2300630" cy="400110"/>
            </a:xfrm>
            <a:prstGeom prst="rect">
              <a:avLst/>
            </a:prstGeom>
            <a:noFill/>
          </p:spPr>
          <p:txBody>
            <a:bodyPr wrap="none" rtlCol="0">
              <a:spAutoFit/>
            </a:bodyPr>
            <a:lstStyle/>
            <a:p>
              <a:r>
                <a:rPr lang="en-US" sz="2000" b="1">
                  <a:solidFill>
                    <a:schemeClr val="tx2">
                      <a:lumMod val="75000"/>
                    </a:schemeClr>
                  </a:solidFill>
                  <a:latin typeface="Amazon Ember" panose="020B0603020204020204" pitchFamily="34" charset="0"/>
                  <a:ea typeface="Amazon Ember" panose="020B0603020204020204" pitchFamily="34" charset="0"/>
                  <a:cs typeface="Amazon Ember" panose="020B0603020204020204" pitchFamily="34" charset="0"/>
                </a:rPr>
                <a:t>Knowledge check</a:t>
              </a:r>
            </a:p>
          </p:txBody>
        </p:sp>
        <p:pic>
          <p:nvPicPr>
            <p:cNvPr id="10" name="Picture 9"/>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4188879" y="4810544"/>
              <a:ext cx="532323" cy="532323"/>
            </a:xfrm>
            <a:prstGeom prst="rect">
              <a:avLst/>
            </a:prstGeom>
          </p:spPr>
        </p:pic>
      </p:grpSp>
      <p:sp>
        <p:nvSpPr>
          <p:cNvPr id="11" name="Footer Placeholder 2"/>
          <p:cNvSpPr>
            <a:spLocks noGrp="1"/>
          </p:cNvSpPr>
          <p:nvPr>
            <p:ph type="ftr" sz="quarter" idx="4294967295"/>
          </p:nvPr>
        </p:nvSpPr>
        <p:spPr>
          <a:xfrm>
            <a:off x="419100" y="6356350"/>
            <a:ext cx="6871048" cy="365125"/>
          </a:xfrm>
          <a:prstGeom prst="rect">
            <a:avLst/>
          </a:prstGeom>
        </p:spPr>
        <p:txBody>
          <a:bodyPr/>
          <a:lstStyle>
            <a:lvl1pPr>
              <a:defRPr>
                <a:latin typeface="Amazon Ember" panose="02000000000000000000" pitchFamily="2" charset="0"/>
                <a:ea typeface="Amazon Ember" panose="02000000000000000000" pitchFamily="2" charset="0"/>
              </a:defRPr>
            </a:lvl1pPr>
          </a:lstStyle>
          <a:p>
            <a:pPr>
              <a:defRPr/>
            </a:pPr>
            <a:r>
              <a:rPr lang="en-US">
                <a:solidFill>
                  <a:srgbClr val="000000">
                    <a:tint val="75000"/>
                  </a:srgbClr>
                </a:solidFill>
              </a:rPr>
              <a:t>© 2019 Amazon Web Services, Inc. or its Affiliates. All rights reserved.</a:t>
            </a:r>
          </a:p>
        </p:txBody>
      </p:sp>
      <p:sp>
        <p:nvSpPr>
          <p:cNvPr id="2" name="Slide Number Placeholder 1"/>
          <p:cNvSpPr>
            <a:spLocks noGrp="1"/>
          </p:cNvSpPr>
          <p:nvPr>
            <p:ph type="sldNum" sz="quarter" idx="12"/>
          </p:nvPr>
        </p:nvSpPr>
        <p:spPr/>
        <p:txBody>
          <a:bodyPr/>
          <a:lstStyle/>
          <a:p>
            <a:pPr>
              <a:defRPr/>
            </a:pPr>
            <a:fld id="{B6A95138-A96E-2F42-A959-2EFD44FE4AB7}" type="slidenum">
              <a:rPr lang="en-US" smtClean="0">
                <a:solidFill>
                  <a:srgbClr val="000000">
                    <a:tint val="75000"/>
                  </a:srgbClr>
                </a:solidFill>
              </a:rPr>
              <a:pPr>
                <a:defRPr/>
              </a:pPr>
              <a:t>39</a:t>
            </a:fld>
            <a:endParaRPr lang="en-US">
              <a:solidFill>
                <a:srgbClr val="000000">
                  <a:tint val="75000"/>
                </a:srgbClr>
              </a:solidFill>
            </a:endParaRPr>
          </a:p>
        </p:txBody>
      </p:sp>
    </p:spTree>
    <p:custDataLst>
      <p:tags r:id="rId1"/>
    </p:custDataLst>
    <p:extLst>
      <p:ext uri="{BB962C8B-B14F-4D97-AF65-F5344CB8AC3E}">
        <p14:creationId xmlns:p14="http://schemas.microsoft.com/office/powerpoint/2010/main" val="3413475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849112"/>
            <a:ext cx="4268647" cy="3333422"/>
          </a:xfrm>
        </p:spPr>
        <p:txBody>
          <a:bodyPr>
            <a:normAutofit/>
          </a:bodyPr>
          <a:lstStyle/>
          <a:p>
            <a:r>
              <a:rPr lang="en-US" sz="4800" b="1"/>
              <a:t>Lab 2: </a:t>
            </a:r>
            <a:br>
              <a:rPr lang="en-US" sz="4800" b="1"/>
            </a:br>
            <a:r>
              <a:rPr lang="en-US" sz="4800" b="1"/>
              <a:t>Creating Amazon EC2 instances</a:t>
            </a:r>
          </a:p>
        </p:txBody>
      </p:sp>
      <p:sp>
        <p:nvSpPr>
          <p:cNvPr id="5" name="TextBox 4"/>
          <p:cNvSpPr txBox="1"/>
          <p:nvPr/>
        </p:nvSpPr>
        <p:spPr>
          <a:xfrm>
            <a:off x="10300577" y="5769842"/>
            <a:ext cx="1199627" cy="307777"/>
          </a:xfrm>
          <a:prstGeom prst="rect">
            <a:avLst/>
          </a:prstGeom>
          <a:noFill/>
        </p:spPr>
        <p:txBody>
          <a:bodyPr wrap="square" rtlCol="0">
            <a:spAutoFit/>
          </a:bodyPr>
          <a:lstStyle/>
          <a:p>
            <a:pPr algn="ctr"/>
            <a:r>
              <a:rPr lang="en-US" sz="1400">
                <a:solidFill>
                  <a:schemeClr val="bg1"/>
                </a:solidFill>
                <a:latin typeface="Amazon Ember" panose="02000000000000000000" pitchFamily="2" charset="0"/>
                <a:ea typeface="Amazon Ember" panose="02000000000000000000" pitchFamily="2" charset="0"/>
                <a:cs typeface="Amazon Ember Light" panose="020B0403020204020204" pitchFamily="34" charset="0"/>
              </a:rPr>
              <a:t>~ 45 min.</a:t>
            </a:r>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00577" y="4649557"/>
            <a:ext cx="1280271" cy="1274174"/>
          </a:xfrm>
          <a:prstGeom prst="rect">
            <a:avLst/>
          </a:prstGeom>
        </p:spPr>
      </p:pic>
      <p:pic>
        <p:nvPicPr>
          <p:cNvPr id="7" name="Content Placeholder 3"/>
          <p:cNvPicPr>
            <a:picLocks noGrp="1" noChangeAspect="1"/>
          </p:cNvPicPr>
          <p:nvPr>
            <p:ph idx="16"/>
          </p:nvPr>
        </p:nvPicPr>
        <p:blipFill>
          <a:blip r:embed="rId5">
            <a:extLst>
              <a:ext uri="{28A0092B-C50C-407E-A947-70E740481C1C}">
                <a14:useLocalDpi xmlns:a14="http://schemas.microsoft.com/office/drawing/2010/main" val="0"/>
              </a:ext>
            </a:extLst>
          </a:blip>
          <a:stretch>
            <a:fillRect/>
          </a:stretch>
        </p:blipFill>
        <p:spPr>
          <a:xfrm>
            <a:off x="5715000" y="1593453"/>
            <a:ext cx="5767388" cy="3983831"/>
          </a:xfrm>
        </p:spPr>
      </p:pic>
      <p:sp>
        <p:nvSpPr>
          <p:cNvPr id="8" name="Footer Placeholder 2"/>
          <p:cNvSpPr>
            <a:spLocks noGrp="1"/>
          </p:cNvSpPr>
          <p:nvPr>
            <p:ph type="ftr" sz="quarter" idx="4294967295"/>
          </p:nvPr>
        </p:nvSpPr>
        <p:spPr>
          <a:xfrm>
            <a:off x="571500" y="6508750"/>
            <a:ext cx="6871048"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rPr>
              <a:t>© 2019 Amazon Web Services, Inc. or its Affiliates. All rights reserved.</a:t>
            </a:r>
          </a:p>
        </p:txBody>
      </p:sp>
      <p:sp>
        <p:nvSpPr>
          <p:cNvPr id="3" name="Slide Number Placeholder 2"/>
          <p:cNvSpPr>
            <a:spLocks noGrp="1"/>
          </p:cNvSpPr>
          <p:nvPr>
            <p:ph type="sldNum" sz="quarter" idx="10"/>
          </p:nvPr>
        </p:nvSpPr>
        <p:spPr/>
        <p:txBody>
          <a:bodyPr/>
          <a:lstStyle/>
          <a:p>
            <a:pPr>
              <a:defRPr/>
            </a:pPr>
            <a:fld id="{B6A95138-A96E-2F42-A959-2EFD44FE4AB7}" type="slidenum">
              <a:rPr lang="en-US" smtClean="0">
                <a:solidFill>
                  <a:srgbClr val="FFFFFF"/>
                </a:solidFill>
              </a:rPr>
              <a:pPr>
                <a:defRPr/>
              </a:pPr>
              <a:t>40</a:t>
            </a:fld>
            <a:endParaRPr lang="en-US">
              <a:solidFill>
                <a:srgbClr val="FFFFFF"/>
              </a:solidFill>
            </a:endParaRPr>
          </a:p>
        </p:txBody>
      </p:sp>
    </p:spTree>
    <p:custDataLst>
      <p:tags r:id="rId1"/>
    </p:custDataLst>
    <p:extLst>
      <p:ext uri="{BB962C8B-B14F-4D97-AF65-F5344CB8AC3E}">
        <p14:creationId xmlns:p14="http://schemas.microsoft.com/office/powerpoint/2010/main" val="14343168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8787E3C5-F017-5342-A18A-0774633BEB95}"/>
              </a:ext>
            </a:extLst>
          </p:cNvPr>
          <p:cNvSpPr>
            <a:spLocks noGrp="1"/>
          </p:cNvSpPr>
          <p:nvPr>
            <p:ph type="title"/>
          </p:nvPr>
        </p:nvSpPr>
        <p:spPr/>
        <p:txBody>
          <a:bodyPr>
            <a:noAutofit/>
          </a:bodyPr>
          <a:lstStyle/>
          <a:p>
            <a:r>
              <a:rPr lang="en-US"/>
              <a:t>Thank you</a:t>
            </a:r>
          </a:p>
        </p:txBody>
      </p:sp>
    </p:spTree>
    <p:custDataLst>
      <p:tags r:id="rId1"/>
    </p:custDataLst>
    <p:extLst>
      <p:ext uri="{BB962C8B-B14F-4D97-AF65-F5344CB8AC3E}">
        <p14:creationId xmlns:p14="http://schemas.microsoft.com/office/powerpoint/2010/main" val="35849342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GAF8rRbq"/>
  <p:tag name="ARTICULATE_SLIDE_COUNT" val="7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Training and Certification 1">
      <a:dk1>
        <a:srgbClr val="000000"/>
      </a:dk1>
      <a:lt1>
        <a:srgbClr val="FFFFFF"/>
      </a:lt1>
      <a:dk2>
        <a:srgbClr val="36C2B3"/>
      </a:dk2>
      <a:lt2>
        <a:srgbClr val="FFFFFF"/>
      </a:lt2>
      <a:accent1>
        <a:srgbClr val="232F3E"/>
      </a:accent1>
      <a:accent2>
        <a:srgbClr val="D5DBDB"/>
      </a:accent2>
      <a:accent3>
        <a:srgbClr val="36C2B3"/>
      </a:accent3>
      <a:accent4>
        <a:srgbClr val="1CC9F7"/>
      </a:accent4>
      <a:accent5>
        <a:srgbClr val="4D27AA"/>
      </a:accent5>
      <a:accent6>
        <a:srgbClr val="E617E6"/>
      </a:accent6>
      <a:hlink>
        <a:srgbClr val="1CC9F7"/>
      </a:hlink>
      <a:folHlink>
        <a:srgbClr val="232F3E"/>
      </a:folHlink>
    </a:clrScheme>
    <a:fontScheme name="Custom 1">
      <a:majorFont>
        <a:latin typeface="Amazon Ember Light"/>
        <a:ea typeface=""/>
        <a:cs typeface=""/>
      </a:majorFont>
      <a:minorFont>
        <a:latin typeface="Amazon Ember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2800" dirty="0" err="1" smtClean="0">
            <a:latin typeface="Amazon Ember Light" panose="020B0403020204020204" pitchFamily="34" charset="0"/>
            <a:ea typeface="Amazon Ember Light" panose="020B0403020204020204" pitchFamily="34" charset="0"/>
            <a:cs typeface="Amazon Ember Light" panose="020B0403020204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08AF6F89DD1C940B81FDF2F46999DCC" ma:contentTypeVersion="7" ma:contentTypeDescription="Umožňuje vytvoriť nový dokument." ma:contentTypeScope="" ma:versionID="250776555e9454bf4d1a4da187be6e58">
  <xsd:schema xmlns:xsd="http://www.w3.org/2001/XMLSchema" xmlns:xs="http://www.w3.org/2001/XMLSchema" xmlns:p="http://schemas.microsoft.com/office/2006/metadata/properties" xmlns:ns2="8a382071-b305-4c66-9910-422c2687582b" xmlns:ns3="135fa1e8-94b5-45a0-bd72-c53b9911ff0b" targetNamespace="http://schemas.microsoft.com/office/2006/metadata/properties" ma:root="true" ma:fieldsID="6c729ac3cb9b358115fdbf57eb1dc65d" ns2:_="" ns3:_="">
    <xsd:import namespace="8a382071-b305-4c66-9910-422c2687582b"/>
    <xsd:import namespace="135fa1e8-94b5-45a0-bd72-c53b9911ff0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382071-b305-4c66-9910-422c268758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5fa1e8-94b5-45a0-bd72-c53b9911ff0b" elementFormDefault="qualified">
    <xsd:import namespace="http://schemas.microsoft.com/office/2006/documentManagement/types"/>
    <xsd:import namespace="http://schemas.microsoft.com/office/infopath/2007/PartnerControls"/>
    <xsd:element name="SharedWithUsers" ma:index="13" nillable="true" ma:displayName="Zdieľa sa s"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Zdieľané s podrobnosťami"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039171E-1ACF-4BAC-8E4E-4DF0D4F61C7B}">
  <ds:schemaRefs>
    <ds:schemaRef ds:uri="135fa1e8-94b5-45a0-bd72-c53b9911ff0b"/>
    <ds:schemaRef ds:uri="8a382071-b305-4c66-9910-422c2687582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6376C3E-3FC1-46A7-B3A1-006943A202A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2C1E85C-D391-4355-BE90-2EF1A59000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41</Slides>
  <Notes>41</Notes>
  <HiddenSlides>0</HiddenSlides>
  <ScaleCrop>false</ScaleCrop>
  <HeadingPairs>
    <vt:vector size="4" baseType="variant">
      <vt:variant>
        <vt:lpstr>Theme</vt:lpstr>
      </vt:variant>
      <vt:variant>
        <vt:i4>3</vt:i4>
      </vt:variant>
      <vt:variant>
        <vt:lpstr>Slide Titles</vt:lpstr>
      </vt:variant>
      <vt:variant>
        <vt:i4>41</vt:i4>
      </vt:variant>
    </vt:vector>
  </HeadingPairs>
  <TitlesOfParts>
    <vt:vector size="44" baseType="lpstr">
      <vt:lpstr>1_Office Theme</vt:lpstr>
      <vt:lpstr>2_Office Theme</vt:lpstr>
      <vt:lpstr>3_Office Theme</vt:lpstr>
      <vt:lpstr>Module 3: Computing (Servers)</vt:lpstr>
      <vt:lpstr>Module objectives</vt:lpstr>
      <vt:lpstr>Computing on AWS</vt:lpstr>
      <vt:lpstr>Amazon EC2 virtualization</vt:lpstr>
      <vt:lpstr>Instance types</vt:lpstr>
      <vt:lpstr>Provisioning an instance</vt:lpstr>
      <vt:lpstr>Amazon Machine Image (AMI)</vt:lpstr>
      <vt:lpstr>Block storage for EC2 instances </vt:lpstr>
      <vt:lpstr>Amazon EC2 networking </vt:lpstr>
      <vt:lpstr>Private, public, and elastic IP addresses</vt:lpstr>
      <vt:lpstr>Security groups</vt:lpstr>
      <vt:lpstr>Security groups: Examples</vt:lpstr>
      <vt:lpstr>Instance profile</vt:lpstr>
      <vt:lpstr>Example of instance profile</vt:lpstr>
      <vt:lpstr>User data</vt:lpstr>
      <vt:lpstr>User data on Linux</vt:lpstr>
      <vt:lpstr>User data on Windows</vt:lpstr>
      <vt:lpstr>Amazon EC2 instance metadata</vt:lpstr>
      <vt:lpstr>User data and Amazon EC2 instance metadata</vt:lpstr>
      <vt:lpstr>Retrieve EC2 instance user data</vt:lpstr>
      <vt:lpstr>EC2 instance user data</vt:lpstr>
      <vt:lpstr>Additional metadata examples</vt:lpstr>
      <vt:lpstr>Key pairs</vt:lpstr>
      <vt:lpstr>Post-launch configuration options</vt:lpstr>
      <vt:lpstr>Launch Amazon EC2 in the AWS CLI</vt:lpstr>
      <vt:lpstr>Key Takeaway</vt:lpstr>
      <vt:lpstr>Managing your AWS instances</vt:lpstr>
      <vt:lpstr>Lifecycle states of an EC2 instance</vt:lpstr>
      <vt:lpstr>Launch a new instance</vt:lpstr>
      <vt:lpstr>Transitioning to a new instance size</vt:lpstr>
      <vt:lpstr>AMI deprecation</vt:lpstr>
      <vt:lpstr>Updating running EC2 instances</vt:lpstr>
      <vt:lpstr>Securing your AWS instances</vt:lpstr>
      <vt:lpstr>The AWS shared responsibility model</vt:lpstr>
      <vt:lpstr>Amazon EC2 purchasing options</vt:lpstr>
      <vt:lpstr>Amazon EC2 purchasing options (1 of 2)</vt:lpstr>
      <vt:lpstr>Amazon EC2 purchasing options (2 of 2)</vt:lpstr>
      <vt:lpstr>Spot Instance mechanics</vt:lpstr>
      <vt:lpstr>PowerPoint Presentation</vt:lpstr>
      <vt:lpstr>Lab 2:  Creating Amazon EC2 instances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revision>17</cp:revision>
  <cp:lastPrinted>2017-08-03T20:30:13Z</cp:lastPrinted>
  <dcterms:created xsi:type="dcterms:W3CDTF">2019-04-22T20:24:13Z</dcterms:created>
  <dcterms:modified xsi:type="dcterms:W3CDTF">2026-02-25T15:31:37Z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9EDE5CEA-C62D-4428-A239-1473F3E9FC91</vt:lpwstr>
  </property>
  <property fmtid="{D5CDD505-2E9C-101B-9397-08002B2CF9AE}" pid="3" name="ArticulatePath">
    <vt:lpwstr>T&amp;C_PPT_template_100level_newbrand</vt:lpwstr>
  </property>
  <property fmtid="{D5CDD505-2E9C-101B-9397-08002B2CF9AE}" pid="4" name="ContentTypeId">
    <vt:lpwstr>0x010100D08AF6F89DD1C940B81FDF2F46999DCC</vt:lpwstr>
  </property>
</Properties>
</file>